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handoutMasterIdLst>
    <p:handoutMasterId r:id="rId4"/>
  </p:handoutMasterIdLst>
  <p:sldIdLst>
    <p:sldId id="214253233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62C"/>
    <a:srgbClr val="D65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1" autoAdjust="0"/>
    <p:restoredTop sz="93798" autoAdjust="0"/>
  </p:normalViewPr>
  <p:slideViewPr>
    <p:cSldViewPr snapToGrid="0" snapToObjects="1">
      <p:cViewPr varScale="1">
        <p:scale>
          <a:sx n="69" d="100"/>
          <a:sy n="69" d="100"/>
        </p:scale>
        <p:origin x="488" y="68"/>
      </p:cViewPr>
      <p:guideLst/>
    </p:cSldViewPr>
  </p:slideViewPr>
  <p:notesTextViewPr>
    <p:cViewPr>
      <p:scale>
        <a:sx n="1" d="1"/>
        <a:sy n="1" d="1"/>
      </p:scale>
      <p:origin x="0" y="0"/>
    </p:cViewPr>
  </p:notesTextViewPr>
  <p:notesViewPr>
    <p:cSldViewPr snapToGrid="0" snapToObjects="1">
      <p:cViewPr varScale="1">
        <p:scale>
          <a:sx n="51" d="100"/>
          <a:sy n="51" d="100"/>
        </p:scale>
        <p:origin x="2692" y="2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149746-00E2-4669-B04F-BA0A9BD2E48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CB7A7E5-FD73-4C10-BA7C-CA8780939A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DBED72-4FD1-42A8-A85B-91C773C90ADC}" type="datetimeFigureOut">
              <a:rPr lang="en-US" smtClean="0"/>
              <a:t>6/23/2026</a:t>
            </a:fld>
            <a:endParaRPr lang="en-US"/>
          </a:p>
        </p:txBody>
      </p:sp>
      <p:sp>
        <p:nvSpPr>
          <p:cNvPr id="4" name="Footer Placeholder 3">
            <a:extLst>
              <a:ext uri="{FF2B5EF4-FFF2-40B4-BE49-F238E27FC236}">
                <a16:creationId xmlns:a16="http://schemas.microsoft.com/office/drawing/2014/main" id="{67B3A869-71D8-42B1-AC18-F671428644C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05C1612-3116-4F4A-A6CC-9D0FA97A254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9B5A6B-1D68-4B99-88EC-E4644B14A221}" type="slidenum">
              <a:rPr lang="en-US" smtClean="0"/>
              <a:t>‹#›</a:t>
            </a:fld>
            <a:endParaRPr lang="en-US"/>
          </a:p>
        </p:txBody>
      </p:sp>
    </p:spTree>
    <p:extLst>
      <p:ext uri="{BB962C8B-B14F-4D97-AF65-F5344CB8AC3E}">
        <p14:creationId xmlns:p14="http://schemas.microsoft.com/office/powerpoint/2010/main" val="15310313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891AC3-6274-9B43-A7DC-2A912F7BF51C}" type="datetimeFigureOut">
              <a:rPr lang="en-US" smtClean="0"/>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460FE4-250C-6B4B-8CFE-C21D5AAA8FC9}" type="slidenum">
              <a:rPr lang="en-US" smtClean="0"/>
              <a:t>‹#›</a:t>
            </a:fld>
            <a:endParaRPr lang="en-US"/>
          </a:p>
        </p:txBody>
      </p:sp>
    </p:spTree>
    <p:extLst>
      <p:ext uri="{BB962C8B-B14F-4D97-AF65-F5344CB8AC3E}">
        <p14:creationId xmlns:p14="http://schemas.microsoft.com/office/powerpoint/2010/main" val="371676467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460FE4-250C-6B4B-8CFE-C21D5AAA8FC9}" type="slidenum">
              <a:rPr lang="en-US" smtClean="0"/>
              <a:t>1</a:t>
            </a:fld>
            <a:endParaRPr lang="en-US"/>
          </a:p>
        </p:txBody>
      </p:sp>
    </p:spTree>
    <p:extLst>
      <p:ext uri="{BB962C8B-B14F-4D97-AF65-F5344CB8AC3E}">
        <p14:creationId xmlns:p14="http://schemas.microsoft.com/office/powerpoint/2010/main" val="4058351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1_Title and Content">
    <p:spTree>
      <p:nvGrpSpPr>
        <p:cNvPr id="1" name=""/>
        <p:cNvGrpSpPr/>
        <p:nvPr/>
      </p:nvGrpSpPr>
      <p:grpSpPr>
        <a:xfrm>
          <a:off x="0" y="0"/>
          <a:ext cx="0" cy="0"/>
          <a:chOff x="0" y="0"/>
          <a:chExt cx="0" cy="0"/>
        </a:xfrm>
      </p:grpSpPr>
      <p:sp>
        <p:nvSpPr>
          <p:cNvPr id="6" name="Rectangle 5"/>
          <p:cNvSpPr/>
          <p:nvPr userDrawn="1"/>
        </p:nvSpPr>
        <p:spPr>
          <a:xfrm flipV="1">
            <a:off x="0" y="0"/>
            <a:ext cx="12192000" cy="1714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hasCustomPrompt="1"/>
          </p:nvPr>
        </p:nvSpPr>
        <p:spPr>
          <a:xfrm>
            <a:off x="381000" y="571500"/>
            <a:ext cx="10287000" cy="952500"/>
          </a:xfrm>
        </p:spPr>
        <p:txBody>
          <a:bodyPr>
            <a:noAutofit/>
          </a:bodyPr>
          <a:lstStyle>
            <a:lvl1pPr>
              <a:defRPr>
                <a:solidFill>
                  <a:schemeClr val="bg2"/>
                </a:solidFill>
              </a:defRPr>
            </a:lvl1p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5524500" cy="43815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096000" y="1714500"/>
            <a:ext cx="5715000" cy="43815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Text Placeholder 23"/>
          <p:cNvSpPr>
            <a:spLocks noGrp="1"/>
          </p:cNvSpPr>
          <p:nvPr>
            <p:ph type="body" sz="quarter" idx="14" hasCustomPrompt="1"/>
          </p:nvPr>
        </p:nvSpPr>
        <p:spPr>
          <a:xfrm>
            <a:off x="381000" y="6118860"/>
            <a:ext cx="55626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3751169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10" name="Rectangle 9"/>
          <p:cNvSpPr/>
          <p:nvPr userDrawn="1"/>
        </p:nvSpPr>
        <p:spPr>
          <a:xfrm flipV="1">
            <a:off x="0" y="0"/>
            <a:ext cx="12192000" cy="1714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hasCustomPrompt="1"/>
          </p:nvPr>
        </p:nvSpPr>
        <p:spPr>
          <a:xfrm>
            <a:off x="381000" y="571500"/>
            <a:ext cx="10287000" cy="952500"/>
          </a:xfrm>
        </p:spPr>
        <p:txBody>
          <a:bodyPr>
            <a:noAutofit/>
          </a:bodyPr>
          <a:lstStyle>
            <a:lvl1pPr>
              <a:defRPr>
                <a:solidFill>
                  <a:schemeClr val="bg2"/>
                </a:solidFill>
              </a:defRPr>
            </a:lvl1p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2476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9" name="Content Placeholder 2"/>
          <p:cNvSpPr>
            <a:spLocks noGrp="1"/>
          </p:cNvSpPr>
          <p:nvPr>
            <p:ph idx="10"/>
          </p:nvPr>
        </p:nvSpPr>
        <p:spPr>
          <a:xfrm>
            <a:off x="6096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idx="12"/>
          </p:nvPr>
        </p:nvSpPr>
        <p:spPr>
          <a:xfrm>
            <a:off x="3048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2"/>
          <p:cNvSpPr>
            <a:spLocks noGrp="1"/>
          </p:cNvSpPr>
          <p:nvPr>
            <p:ph idx="13"/>
          </p:nvPr>
        </p:nvSpPr>
        <p:spPr>
          <a:xfrm>
            <a:off x="9144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3"/>
          <p:cNvSpPr>
            <a:spLocks noGrp="1"/>
          </p:cNvSpPr>
          <p:nvPr>
            <p:ph type="body" sz="quarter" idx="14" hasCustomPrompt="1"/>
          </p:nvPr>
        </p:nvSpPr>
        <p:spPr>
          <a:xfrm>
            <a:off x="381000" y="6118860"/>
            <a:ext cx="55626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1294761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20" name="Rectangle 19"/>
          <p:cNvSpPr/>
          <p:nvPr userDrawn="1"/>
        </p:nvSpPr>
        <p:spPr>
          <a:xfrm flipV="1">
            <a:off x="0" y="0"/>
            <a:ext cx="12192000" cy="1714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hasCustomPrompt="1"/>
          </p:nvPr>
        </p:nvSpPr>
        <p:spPr>
          <a:xfrm>
            <a:off x="381000" y="571500"/>
            <a:ext cx="10287000" cy="952500"/>
          </a:xfrm>
        </p:spPr>
        <p:txBody>
          <a:bodyPr>
            <a:noAutofit/>
          </a:body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5524500" cy="43815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0" name="Content Placeholder 2"/>
          <p:cNvSpPr>
            <a:spLocks noGrp="1"/>
          </p:cNvSpPr>
          <p:nvPr>
            <p:ph idx="13"/>
          </p:nvPr>
        </p:nvSpPr>
        <p:spPr>
          <a:xfrm>
            <a:off x="6096000" y="1714500"/>
            <a:ext cx="5715000" cy="43815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23"/>
          <p:cNvSpPr>
            <a:spLocks noGrp="1"/>
          </p:cNvSpPr>
          <p:nvPr>
            <p:ph type="body" sz="quarter" idx="14" hasCustomPrompt="1"/>
          </p:nvPr>
        </p:nvSpPr>
        <p:spPr>
          <a:xfrm>
            <a:off x="381000" y="6118860"/>
            <a:ext cx="55626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2728709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10" name="Rectangle 9"/>
          <p:cNvSpPr/>
          <p:nvPr userDrawn="1"/>
        </p:nvSpPr>
        <p:spPr>
          <a:xfrm flipV="1">
            <a:off x="0" y="0"/>
            <a:ext cx="12192000" cy="1714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hasCustomPrompt="1"/>
          </p:nvPr>
        </p:nvSpPr>
        <p:spPr>
          <a:xfrm>
            <a:off x="381000" y="571500"/>
            <a:ext cx="10287000" cy="952500"/>
          </a:xfrm>
        </p:spPr>
        <p:txBody>
          <a:bodyPr>
            <a:noAutofit/>
          </a:bodyPr>
          <a:lstStyle>
            <a:lvl1pPr>
              <a:defRPr>
                <a:solidFill>
                  <a:schemeClr val="tx1"/>
                </a:solidFill>
              </a:defRPr>
            </a:lvl1p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2476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9" name="Content Placeholder 2"/>
          <p:cNvSpPr>
            <a:spLocks noGrp="1"/>
          </p:cNvSpPr>
          <p:nvPr>
            <p:ph idx="10"/>
          </p:nvPr>
        </p:nvSpPr>
        <p:spPr>
          <a:xfrm>
            <a:off x="6096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idx="12"/>
          </p:nvPr>
        </p:nvSpPr>
        <p:spPr>
          <a:xfrm>
            <a:off x="3048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2"/>
          <p:cNvSpPr>
            <a:spLocks noGrp="1"/>
          </p:cNvSpPr>
          <p:nvPr>
            <p:ph idx="13"/>
          </p:nvPr>
        </p:nvSpPr>
        <p:spPr>
          <a:xfrm>
            <a:off x="9144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3"/>
          <p:cNvSpPr>
            <a:spLocks noGrp="1"/>
          </p:cNvSpPr>
          <p:nvPr>
            <p:ph type="body" sz="quarter" idx="14" hasCustomPrompt="1"/>
          </p:nvPr>
        </p:nvSpPr>
        <p:spPr>
          <a:xfrm>
            <a:off x="381000" y="6118860"/>
            <a:ext cx="55626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852701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5_Title and Content">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571500"/>
            <a:ext cx="10287000" cy="952500"/>
          </a:xfrm>
        </p:spPr>
        <p:txBody>
          <a:bodyPr>
            <a:noAutofit/>
          </a:body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5524500" cy="43815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0" name="Content Placeholder 2"/>
          <p:cNvSpPr>
            <a:spLocks noGrp="1"/>
          </p:cNvSpPr>
          <p:nvPr>
            <p:ph idx="13"/>
          </p:nvPr>
        </p:nvSpPr>
        <p:spPr>
          <a:xfrm>
            <a:off x="6096000" y="1714500"/>
            <a:ext cx="5715000" cy="43815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3"/>
          <p:cNvSpPr>
            <a:spLocks noGrp="1"/>
          </p:cNvSpPr>
          <p:nvPr>
            <p:ph type="body" sz="quarter" idx="14" hasCustomPrompt="1"/>
          </p:nvPr>
        </p:nvSpPr>
        <p:spPr>
          <a:xfrm>
            <a:off x="381000" y="6118860"/>
            <a:ext cx="55626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368248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6_Title and Content">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571500"/>
            <a:ext cx="10287000" cy="952500"/>
          </a:xfrm>
        </p:spPr>
        <p:txBody>
          <a:bodyPr>
            <a:noAutofit/>
          </a:body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2476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9" name="Content Placeholder 2"/>
          <p:cNvSpPr>
            <a:spLocks noGrp="1"/>
          </p:cNvSpPr>
          <p:nvPr>
            <p:ph idx="10"/>
          </p:nvPr>
        </p:nvSpPr>
        <p:spPr>
          <a:xfrm>
            <a:off x="6096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idx="12"/>
          </p:nvPr>
        </p:nvSpPr>
        <p:spPr>
          <a:xfrm>
            <a:off x="3048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2"/>
          <p:cNvSpPr>
            <a:spLocks noGrp="1"/>
          </p:cNvSpPr>
          <p:nvPr>
            <p:ph idx="13"/>
          </p:nvPr>
        </p:nvSpPr>
        <p:spPr>
          <a:xfrm>
            <a:off x="9144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3"/>
          <p:cNvSpPr>
            <a:spLocks noGrp="1"/>
          </p:cNvSpPr>
          <p:nvPr>
            <p:ph type="body" sz="quarter" idx="14" hasCustomPrompt="1"/>
          </p:nvPr>
        </p:nvSpPr>
        <p:spPr>
          <a:xfrm>
            <a:off x="381000" y="6118860"/>
            <a:ext cx="55245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1100714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sp>
        <p:nvSpPr>
          <p:cNvPr id="4" name="Rectangle 3"/>
          <p:cNvSpPr/>
          <p:nvPr userDrawn="1"/>
        </p:nvSpPr>
        <p:spPr>
          <a:xfrm>
            <a:off x="304800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a:xfrm>
            <a:off x="381000" y="1714500"/>
            <a:ext cx="2476500" cy="3048000"/>
          </a:xfrm>
        </p:spPr>
        <p:txBody>
          <a:bodyPr>
            <a:noAutofit/>
          </a:bodyPr>
          <a:lstStyle/>
          <a:p>
            <a:r>
              <a:rPr lang="en-US"/>
              <a:t>Click to edit Master title style</a:t>
            </a:r>
            <a:endParaRPr lang="en-US" dirty="0"/>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9" name="Content Placeholder 2"/>
          <p:cNvSpPr>
            <a:spLocks noGrp="1"/>
          </p:cNvSpPr>
          <p:nvPr>
            <p:ph idx="10"/>
          </p:nvPr>
        </p:nvSpPr>
        <p:spPr>
          <a:xfrm>
            <a:off x="6096000" y="1714500"/>
            <a:ext cx="28575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2"/>
          </p:nvPr>
        </p:nvSpPr>
        <p:spPr>
          <a:xfrm>
            <a:off x="3238500" y="1714500"/>
            <a:ext cx="26670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idx="13"/>
          </p:nvPr>
        </p:nvSpPr>
        <p:spPr>
          <a:xfrm>
            <a:off x="9144000" y="1714500"/>
            <a:ext cx="28575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3"/>
          <p:cNvSpPr>
            <a:spLocks noGrp="1"/>
          </p:cNvSpPr>
          <p:nvPr>
            <p:ph type="body" sz="quarter" idx="15" hasCustomPrompt="1"/>
          </p:nvPr>
        </p:nvSpPr>
        <p:spPr>
          <a:xfrm>
            <a:off x="381000" y="6096000"/>
            <a:ext cx="2514601" cy="40386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Arial Regular" charset="0"/>
              </a:rPr>
              <a:t>IBM Services</a:t>
            </a:r>
          </a:p>
        </p:txBody>
      </p:sp>
    </p:spTree>
    <p:extLst>
      <p:ext uri="{BB962C8B-B14F-4D97-AF65-F5344CB8AC3E}">
        <p14:creationId xmlns:p14="http://schemas.microsoft.com/office/powerpoint/2010/main" val="3505725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sp>
        <p:nvSpPr>
          <p:cNvPr id="4" name="Rectangle 3"/>
          <p:cNvSpPr/>
          <p:nvPr userDrawn="1"/>
        </p:nvSpPr>
        <p:spPr>
          <a:xfrm flipH="1">
            <a:off x="0" y="0"/>
            <a:ext cx="304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a:xfrm>
            <a:off x="381000" y="1714500"/>
            <a:ext cx="2476500" cy="3048000"/>
          </a:xfrm>
        </p:spPr>
        <p:txBody>
          <a:bodyPr>
            <a:noAutofit/>
          </a:bodyPr>
          <a:lstStyle/>
          <a:p>
            <a:r>
              <a:rPr lang="en-US"/>
              <a:t>Click to edit Master title style</a:t>
            </a:r>
            <a:endParaRPr lang="en-US" dirty="0"/>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Content Placeholder 2"/>
          <p:cNvSpPr>
            <a:spLocks noGrp="1"/>
          </p:cNvSpPr>
          <p:nvPr>
            <p:ph idx="10"/>
          </p:nvPr>
        </p:nvSpPr>
        <p:spPr>
          <a:xfrm>
            <a:off x="6096000" y="1714500"/>
            <a:ext cx="28575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2"/>
          </p:nvPr>
        </p:nvSpPr>
        <p:spPr>
          <a:xfrm>
            <a:off x="3238500" y="1714500"/>
            <a:ext cx="26670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idx="13"/>
          </p:nvPr>
        </p:nvSpPr>
        <p:spPr>
          <a:xfrm>
            <a:off x="9144000" y="1714500"/>
            <a:ext cx="28575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23"/>
          <p:cNvSpPr>
            <a:spLocks noGrp="1"/>
          </p:cNvSpPr>
          <p:nvPr>
            <p:ph type="body" sz="quarter" idx="15" hasCustomPrompt="1"/>
          </p:nvPr>
        </p:nvSpPr>
        <p:spPr>
          <a:xfrm>
            <a:off x="381000" y="6096000"/>
            <a:ext cx="2514601" cy="40386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1903680" cy="183809"/>
            <a:chOff x="914400" y="7899655"/>
            <a:chExt cx="2284416"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Arial Regular" charset="0"/>
                </a:rPr>
                <a:t>©</a:t>
              </a:r>
              <a:r>
                <a:rPr lang="en-US" sz="333" b="0" i="0" dirty="0">
                  <a:solidFill>
                    <a:schemeClr val="tx1">
                      <a:alpha val="60000"/>
                    </a:schemeClr>
                  </a:solidFill>
                  <a:latin typeface="Arial Regular" charset="0"/>
                </a:rPr>
                <a:t> </a:t>
              </a:r>
              <a:r>
                <a:rPr lang="en-US" sz="666" b="0" i="0" dirty="0">
                  <a:solidFill>
                    <a:schemeClr val="tx1">
                      <a:alpha val="60000"/>
                    </a:schemeClr>
                  </a:solidFill>
                  <a:latin typeface="Arial Regular" charset="0"/>
                </a:rPr>
                <a:t>2018 IBM Corporation</a:t>
              </a:r>
              <a:r>
                <a:rPr lang="en-US" sz="666" b="0" i="0" baseline="0" dirty="0">
                  <a:solidFill>
                    <a:schemeClr val="tx1">
                      <a:alpha val="60000"/>
                    </a:schemeClr>
                  </a:solidFill>
                  <a:latin typeface="Arial Regular" charset="0"/>
                </a:rPr>
                <a:t>              </a:t>
              </a:r>
              <a:r>
                <a:rPr lang="en-US" sz="666" b="0" i="0" dirty="0">
                  <a:solidFill>
                    <a:schemeClr val="tx1">
                      <a:alpha val="60000"/>
                    </a:schemeClr>
                  </a:solidFill>
                  <a:latin typeface="Arial Regular" charset="0"/>
                </a:rPr>
                <a:t> </a:t>
              </a:r>
            </a:p>
          </p:txBody>
        </p:sp>
        <p:sp>
          <p:nvSpPr>
            <p:cNvPr id="14" name="Date Placeholder 2"/>
            <p:cNvSpPr txBox="1">
              <a:spLocks/>
            </p:cNvSpPr>
            <p:nvPr userDrawn="1"/>
          </p:nvSpPr>
          <p:spPr>
            <a:xfrm>
              <a:off x="2256151" y="7899655"/>
              <a:ext cx="866143"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tx1">
                      <a:alpha val="60000"/>
                    </a:schemeClr>
                  </a:solidFill>
                  <a:latin typeface="Arial Regular" charset="0"/>
                  <a:cs typeface="Arial Regular" charset="0"/>
                </a:rPr>
                <a:t> </a:t>
              </a:r>
              <a:fld id="{7C9968D1-C8E5-4FE3-AED4-7D4518C301B3}" type="datetime3">
                <a:rPr lang="en-US" sz="666" b="0" i="0" smtClean="0">
                  <a:solidFill>
                    <a:schemeClr val="tx1">
                      <a:alpha val="60000"/>
                    </a:schemeClr>
                  </a:solidFill>
                  <a:latin typeface="Arial Regular" charset="0"/>
                  <a:cs typeface="Arial Regular" charset="0"/>
                </a:rPr>
                <a:pPr marL="0" indent="0" fontAlgn="auto">
                  <a:spcBef>
                    <a:spcPts val="0"/>
                  </a:spcBef>
                  <a:spcAft>
                    <a:spcPts val="0"/>
                  </a:spcAft>
                  <a:tabLst/>
                  <a:defRPr/>
                </a:pPr>
                <a:t>23 June 2026</a:t>
              </a:fld>
              <a:endParaRPr lang="en-US" sz="666" b="0" i="0" dirty="0">
                <a:solidFill>
                  <a:schemeClr val="tx1">
                    <a:alpha val="60000"/>
                  </a:schemeClr>
                </a:solidFill>
                <a:latin typeface="Arial Regular" charset="0"/>
                <a:cs typeface="Arial Regular" charset="0"/>
              </a:endParaRPr>
            </a:p>
          </p:txBody>
        </p:sp>
      </p:gr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tx1"/>
                </a:solidFill>
                <a:latin typeface="Arial Regular" charset="0"/>
              </a:rPr>
              <a:pPr algn="l"/>
              <a:t>‹#›</a:t>
            </a:fld>
            <a:endParaRPr lang="en-US" sz="667" b="0" i="0" dirty="0">
              <a:solidFill>
                <a:schemeClr val="tx1"/>
              </a:solidFill>
              <a:latin typeface="Arial Regular" charset="0"/>
            </a:endParaRPr>
          </a:p>
        </p:txBody>
      </p:sp>
    </p:spTree>
    <p:extLst>
      <p:ext uri="{BB962C8B-B14F-4D97-AF65-F5344CB8AC3E}">
        <p14:creationId xmlns:p14="http://schemas.microsoft.com/office/powerpoint/2010/main" val="2238141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sp>
        <p:nvSpPr>
          <p:cNvPr id="4" name="Rectangle 3"/>
          <p:cNvSpPr/>
          <p:nvPr userDrawn="1"/>
        </p:nvSpPr>
        <p:spPr>
          <a:xfrm flipH="1">
            <a:off x="0" y="0"/>
            <a:ext cx="3048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a:xfrm>
            <a:off x="381000" y="1714500"/>
            <a:ext cx="2476500" cy="3048000"/>
          </a:xfrm>
        </p:spPr>
        <p:txBody>
          <a:bodyPr>
            <a:noAutofit/>
          </a:bodyPr>
          <a:lstStyle/>
          <a:p>
            <a:r>
              <a:rPr lang="en-US"/>
              <a:t>Click to edit Master title style</a:t>
            </a:r>
            <a:endParaRPr lang="en-US" dirty="0"/>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Content Placeholder 2"/>
          <p:cNvSpPr>
            <a:spLocks noGrp="1"/>
          </p:cNvSpPr>
          <p:nvPr>
            <p:ph idx="10"/>
          </p:nvPr>
        </p:nvSpPr>
        <p:spPr>
          <a:xfrm>
            <a:off x="6096000" y="1714500"/>
            <a:ext cx="28575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2"/>
          </p:nvPr>
        </p:nvSpPr>
        <p:spPr>
          <a:xfrm>
            <a:off x="3238500" y="1714500"/>
            <a:ext cx="26670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idx="13"/>
          </p:nvPr>
        </p:nvSpPr>
        <p:spPr>
          <a:xfrm>
            <a:off x="9144000" y="0"/>
            <a:ext cx="3048000" cy="6858000"/>
          </a:xfrm>
        </p:spPr>
        <p:txBody>
          <a:bodyPr lIns="228600" tIns="2057400" rIns="9144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23"/>
          <p:cNvSpPr>
            <a:spLocks noGrp="1"/>
          </p:cNvSpPr>
          <p:nvPr>
            <p:ph type="body" sz="quarter" idx="15" hasCustomPrompt="1"/>
          </p:nvPr>
        </p:nvSpPr>
        <p:spPr>
          <a:xfrm>
            <a:off x="381000" y="6096000"/>
            <a:ext cx="2514601" cy="40386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grpSp>
        <p:nvGrpSpPr>
          <p:cNvPr id="13" name="Group 12"/>
          <p:cNvGrpSpPr/>
          <p:nvPr userDrawn="1"/>
        </p:nvGrpSpPr>
        <p:grpSpPr>
          <a:xfrm>
            <a:off x="762000" y="6583046"/>
            <a:ext cx="2261125" cy="183809"/>
            <a:chOff x="914400" y="7899655"/>
            <a:chExt cx="2713350" cy="220571"/>
          </a:xfrm>
        </p:grpSpPr>
        <p:sp>
          <p:nvSpPr>
            <p:cNvPr id="14"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Arial Regular" charset="0"/>
                </a:rPr>
                <a:t>©</a:t>
              </a:r>
              <a:r>
                <a:rPr lang="en-US" sz="333" b="0" i="0" dirty="0">
                  <a:solidFill>
                    <a:schemeClr val="tx1">
                      <a:alpha val="60000"/>
                    </a:schemeClr>
                  </a:solidFill>
                  <a:latin typeface="Arial Regular" charset="0"/>
                </a:rPr>
                <a:t> </a:t>
              </a:r>
              <a:r>
                <a:rPr lang="en-US" sz="666" b="0" i="0" dirty="0">
                  <a:solidFill>
                    <a:schemeClr val="tx1">
                      <a:alpha val="60000"/>
                    </a:schemeClr>
                  </a:solidFill>
                  <a:latin typeface="Arial Regular" charset="0"/>
                </a:rPr>
                <a:t>2018 IBM Corporation</a:t>
              </a:r>
              <a:r>
                <a:rPr lang="en-US" sz="666" b="0" i="0" baseline="0" dirty="0">
                  <a:solidFill>
                    <a:schemeClr val="tx1">
                      <a:alpha val="60000"/>
                    </a:schemeClr>
                  </a:solidFill>
                  <a:latin typeface="Arial Regular" charset="0"/>
                </a:rPr>
                <a:t>              </a:t>
              </a:r>
              <a:r>
                <a:rPr lang="en-US" sz="666" b="0" i="0" dirty="0">
                  <a:solidFill>
                    <a:schemeClr val="tx1">
                      <a:alpha val="60000"/>
                    </a:schemeClr>
                  </a:solidFill>
                  <a:latin typeface="Arial Regular" charset="0"/>
                </a:rPr>
                <a:t> </a:t>
              </a:r>
            </a:p>
          </p:txBody>
        </p:sp>
        <p:sp>
          <p:nvSpPr>
            <p:cNvPr id="16"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tx1">
                      <a:alpha val="60000"/>
                    </a:schemeClr>
                  </a:solidFill>
                  <a:latin typeface="Arial Regular" charset="0"/>
                  <a:cs typeface="Arial Regular" charset="0"/>
                </a:rPr>
                <a:t> </a:t>
              </a:r>
              <a:fld id="{7C9968D1-C8E5-4FE3-AED4-7D4518C301B3}" type="datetime3">
                <a:rPr lang="en-US" sz="666" b="0" i="0" smtClean="0">
                  <a:solidFill>
                    <a:schemeClr val="tx1">
                      <a:alpha val="60000"/>
                    </a:schemeClr>
                  </a:solidFill>
                  <a:latin typeface="Arial Regular" charset="0"/>
                  <a:cs typeface="Arial Regular" charset="0"/>
                </a:rPr>
                <a:pPr marL="0" indent="0" fontAlgn="auto">
                  <a:spcBef>
                    <a:spcPts val="0"/>
                  </a:spcBef>
                  <a:spcAft>
                    <a:spcPts val="0"/>
                  </a:spcAft>
                  <a:tabLst/>
                  <a:defRPr/>
                </a:pPr>
                <a:t>23 June 2026</a:t>
              </a:fld>
              <a:endParaRPr lang="en-US" sz="666" b="0" i="0" dirty="0">
                <a:solidFill>
                  <a:schemeClr val="tx1">
                    <a:alpha val="60000"/>
                  </a:schemeClr>
                </a:solidFill>
                <a:latin typeface="Arial Regular" charset="0"/>
                <a:cs typeface="Arial Regular" charset="0"/>
              </a:endParaRPr>
            </a:p>
          </p:txBody>
        </p:sp>
      </p:grpSp>
      <p:sp>
        <p:nvSpPr>
          <p:cNvPr id="18"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tx1"/>
                </a:solidFill>
                <a:latin typeface="Arial Regular" charset="0"/>
              </a:rPr>
              <a:pPr algn="l"/>
              <a:t>‹#›</a:t>
            </a:fld>
            <a:endParaRPr lang="en-US" sz="667" b="0" i="0" dirty="0">
              <a:solidFill>
                <a:schemeClr val="tx1"/>
              </a:solidFill>
              <a:latin typeface="Arial Regular" charset="0"/>
            </a:endParaRPr>
          </a:p>
        </p:txBody>
      </p:sp>
    </p:spTree>
    <p:extLst>
      <p:ext uri="{BB962C8B-B14F-4D97-AF65-F5344CB8AC3E}">
        <p14:creationId xmlns:p14="http://schemas.microsoft.com/office/powerpoint/2010/main" val="834884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10_Title and Content">
    <p:spTree>
      <p:nvGrpSpPr>
        <p:cNvPr id="1" name=""/>
        <p:cNvGrpSpPr/>
        <p:nvPr/>
      </p:nvGrpSpPr>
      <p:grpSpPr>
        <a:xfrm>
          <a:off x="0" y="0"/>
          <a:ext cx="0" cy="0"/>
          <a:chOff x="0" y="0"/>
          <a:chExt cx="0" cy="0"/>
        </a:xfrm>
      </p:grpSpPr>
      <p:sp>
        <p:nvSpPr>
          <p:cNvPr id="4" name="Rectangle 3"/>
          <p:cNvSpPr/>
          <p:nvPr userDrawn="1"/>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381000" y="1714500"/>
            <a:ext cx="5486400" cy="4381500"/>
          </a:xfrm>
          <a:prstGeom prst="rect">
            <a:avLst/>
          </a:prstGeom>
        </p:spPr>
        <p:txBody>
          <a:bodyPr tIns="0">
            <a:noAutofit/>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286500" y="1714500"/>
            <a:ext cx="5486400" cy="4381500"/>
          </a:xfrm>
          <a:prstGeom prst="rect">
            <a:avLst/>
          </a:prstGeo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9" name="Text Placeholder 23"/>
          <p:cNvSpPr>
            <a:spLocks noGrp="1"/>
          </p:cNvSpPr>
          <p:nvPr>
            <p:ph type="body" sz="quarter" idx="14" hasCustomPrompt="1"/>
          </p:nvPr>
        </p:nvSpPr>
        <p:spPr>
          <a:xfrm>
            <a:off x="381000" y="6118860"/>
            <a:ext cx="5562600" cy="381000"/>
          </a:xfrm>
          <a:prstGeom prst="rect">
            <a:avLst/>
          </a:prstGeo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0"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Tree>
    <p:extLst>
      <p:ext uri="{BB962C8B-B14F-4D97-AF65-F5344CB8AC3E}">
        <p14:creationId xmlns:p14="http://schemas.microsoft.com/office/powerpoint/2010/main" val="3930962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Rectangle 3"/>
          <p:cNvSpPr/>
          <p:nvPr userDrawn="1"/>
        </p:nvSpPr>
        <p:spPr>
          <a:xfrm>
            <a:off x="609600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381000" y="1714500"/>
            <a:ext cx="5486400" cy="4381500"/>
          </a:xfrm>
          <a:prstGeom prst="rect">
            <a:avLst/>
          </a:prstGeom>
        </p:spPr>
        <p:txBody>
          <a:bodyPr tIns="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286500" y="1714500"/>
            <a:ext cx="5486400" cy="4381500"/>
          </a:xfrm>
          <a:prstGeom prst="rect">
            <a:avLst/>
          </a:prstGeom>
        </p:spPr>
        <p:txBody>
          <a:bodyPr t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39021" y="6515113"/>
            <a:ext cx="471763" cy="190500"/>
          </a:xfrm>
          <a:prstGeom prst="rect">
            <a:avLst/>
          </a:prstGeom>
        </p:spPr>
      </p:pic>
      <p:sp>
        <p:nvSpPr>
          <p:cNvPr id="9" name="Text Placeholder 23"/>
          <p:cNvSpPr>
            <a:spLocks noGrp="1"/>
          </p:cNvSpPr>
          <p:nvPr>
            <p:ph type="body" sz="quarter" idx="14" hasCustomPrompt="1"/>
          </p:nvPr>
        </p:nvSpPr>
        <p:spPr>
          <a:xfrm>
            <a:off x="381000" y="6118860"/>
            <a:ext cx="5524500" cy="381000"/>
          </a:xfrm>
          <a:prstGeom prst="rect">
            <a:avLst/>
          </a:prstGeo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1"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Tree>
    <p:extLst>
      <p:ext uri="{BB962C8B-B14F-4D97-AF65-F5344CB8AC3E}">
        <p14:creationId xmlns:p14="http://schemas.microsoft.com/office/powerpoint/2010/main" val="4109186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4" name="Rectangle 3"/>
          <p:cNvSpPr/>
          <p:nvPr userDrawn="1"/>
        </p:nvSpPr>
        <p:spPr>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381000" y="1714500"/>
            <a:ext cx="5486400" cy="4381500"/>
          </a:xfrm>
          <a:prstGeom prst="rect">
            <a:avLst/>
          </a:prstGeom>
        </p:spPr>
        <p:txBody>
          <a:bodyPr tIns="0">
            <a:noAutofit/>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286500" y="1714500"/>
            <a:ext cx="5486400" cy="4381500"/>
          </a:xfrm>
          <a:prstGeom prst="rect">
            <a:avLst/>
          </a:prstGeom>
        </p:spPr>
        <p:txBody>
          <a:bodyPr t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39020" y="6515113"/>
            <a:ext cx="471765" cy="190501"/>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39021" y="6515113"/>
            <a:ext cx="471763" cy="190500"/>
          </a:xfrm>
          <a:prstGeom prst="rect">
            <a:avLst/>
          </a:prstGeom>
        </p:spPr>
      </p:pic>
      <p:sp>
        <p:nvSpPr>
          <p:cNvPr id="10" name="Text Placeholder 23"/>
          <p:cNvSpPr>
            <a:spLocks noGrp="1"/>
          </p:cNvSpPr>
          <p:nvPr>
            <p:ph type="body" sz="quarter" idx="14" hasCustomPrompt="1"/>
          </p:nvPr>
        </p:nvSpPr>
        <p:spPr>
          <a:xfrm>
            <a:off x="381000" y="6118860"/>
            <a:ext cx="5562600" cy="381000"/>
          </a:xfrm>
          <a:prstGeom prst="rect">
            <a:avLst/>
          </a:prstGeo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1"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Tree>
    <p:extLst>
      <p:ext uri="{BB962C8B-B14F-4D97-AF65-F5344CB8AC3E}">
        <p14:creationId xmlns:p14="http://schemas.microsoft.com/office/powerpoint/2010/main" val="683791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black box) over imag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solidFill>
                  <a:srgbClr val="000000"/>
                </a:solidFill>
              </a:rPr>
              <a:pPr/>
              <a:t>‹#›</a:t>
            </a:fld>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de-DE">
              <a:solidFill>
                <a:srgbClr val="000000"/>
              </a:solidFill>
            </a:endParaRPr>
          </a:p>
        </p:txBody>
      </p:sp>
      <p:sp>
        <p:nvSpPr>
          <p:cNvPr id="6" name="Title 5"/>
          <p:cNvSpPr>
            <a:spLocks noGrp="1"/>
          </p:cNvSpPr>
          <p:nvPr>
            <p:ph type="title"/>
          </p:nvPr>
        </p:nvSpPr>
        <p:spPr>
          <a:xfrm>
            <a:off x="16" y="2"/>
            <a:ext cx="12191998" cy="1094153"/>
          </a:xfrm>
          <a:solidFill>
            <a:schemeClr val="tx1"/>
          </a:solidFill>
        </p:spPr>
        <p:txBody>
          <a:bodyPr lIns="228534" tIns="201113" rIns="228534" bIns="228534"/>
          <a:lstStyle>
            <a:lvl1pPr>
              <a:defRPr sz="320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1169320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418" y="365760"/>
            <a:ext cx="11766549" cy="744538"/>
          </a:xfrm>
        </p:spPr>
        <p:txBody>
          <a:bodyPr/>
          <a:lstStyle>
            <a:lvl1pPr>
              <a:defRPr>
                <a:latin typeface="Helvetica Neue"/>
              </a:defRPr>
            </a:lvl1pPr>
          </a:lstStyle>
          <a:p>
            <a:r>
              <a:rPr lang="en-US" dirty="0"/>
              <a:t>Click to edit Master title style</a:t>
            </a:r>
          </a:p>
        </p:txBody>
      </p:sp>
      <p:sp>
        <p:nvSpPr>
          <p:cNvPr id="3" name="Content Placeholder 2"/>
          <p:cNvSpPr>
            <a:spLocks noGrp="1"/>
          </p:cNvSpPr>
          <p:nvPr>
            <p:ph idx="1" hasCustomPrompt="1"/>
          </p:nvPr>
        </p:nvSpPr>
        <p:spPr>
          <a:xfrm>
            <a:off x="243418" y="1280160"/>
            <a:ext cx="11766549" cy="5166360"/>
          </a:xfr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4" name="Line 4">
            <a:extLst>
              <a:ext uri="{FF2B5EF4-FFF2-40B4-BE49-F238E27FC236}">
                <a16:creationId xmlns:a16="http://schemas.microsoft.com/office/drawing/2014/main" id="{13A13CAE-C29F-45D1-BFA7-2C13E914C5C0}"/>
              </a:ext>
            </a:extLst>
          </p:cNvPr>
          <p:cNvSpPr>
            <a:spLocks noChangeShapeType="1"/>
          </p:cNvSpPr>
          <p:nvPr userDrawn="1"/>
        </p:nvSpPr>
        <p:spPr bwMode="auto">
          <a:xfrm flipV="1">
            <a:off x="240381" y="236849"/>
            <a:ext cx="117221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endParaRPr lang="en-US" sz="1050">
              <a:solidFill>
                <a:srgbClr val="000000"/>
              </a:solidFill>
            </a:endParaRPr>
          </a:p>
        </p:txBody>
      </p:sp>
      <p:sp>
        <p:nvSpPr>
          <p:cNvPr id="6" name="TextBox 5">
            <a:extLst>
              <a:ext uri="{FF2B5EF4-FFF2-40B4-BE49-F238E27FC236}">
                <a16:creationId xmlns:a16="http://schemas.microsoft.com/office/drawing/2014/main" id="{8D5BA552-66CE-4D1A-B593-18874CD1F34B}"/>
              </a:ext>
            </a:extLst>
          </p:cNvPr>
          <p:cNvSpPr txBox="1"/>
          <p:nvPr userDrawn="1"/>
        </p:nvSpPr>
        <p:spPr>
          <a:xfrm>
            <a:off x="6970952" y="21516"/>
            <a:ext cx="5091953" cy="261610"/>
          </a:xfrm>
          <a:prstGeom prst="rect">
            <a:avLst/>
          </a:prstGeom>
          <a:noFill/>
        </p:spPr>
        <p:txBody>
          <a:bodyPr wrap="square" rtlCol="0">
            <a:spAutoFit/>
          </a:bodyPr>
          <a:lstStyle/>
          <a:p>
            <a:pPr algn="r"/>
            <a:r>
              <a:rPr lang="en-US" sz="1100" dirty="0">
                <a:latin typeface="Aharoni" panose="02010803020104030203" pitchFamily="2" charset="-79"/>
                <a:cs typeface="Aharoni" panose="02010803020104030203" pitchFamily="2" charset="-79"/>
              </a:rPr>
              <a:t>IBM Global Sales </a:t>
            </a:r>
            <a:r>
              <a:rPr lang="en-US" sz="1100" i="0" dirty="0">
                <a:solidFill>
                  <a:schemeClr val="tx1"/>
                </a:solidFill>
                <a:latin typeface="Aharoni" panose="02010803020104030203" pitchFamily="2" charset="-79"/>
                <a:cs typeface="Aharoni" panose="02010803020104030203" pitchFamily="2" charset="-79"/>
              </a:rPr>
              <a:t>Incentives Design</a:t>
            </a:r>
          </a:p>
        </p:txBody>
      </p:sp>
    </p:spTree>
    <p:extLst>
      <p:ext uri="{BB962C8B-B14F-4D97-AF65-F5344CB8AC3E}">
        <p14:creationId xmlns:p14="http://schemas.microsoft.com/office/powerpoint/2010/main" val="355494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Blank">
    <p:spTree>
      <p:nvGrpSpPr>
        <p:cNvPr id="1" name=""/>
        <p:cNvGrpSpPr/>
        <p:nvPr/>
      </p:nvGrpSpPr>
      <p:grpSpPr>
        <a:xfrm>
          <a:off x="0" y="0"/>
          <a:ext cx="0" cy="0"/>
          <a:chOff x="0" y="0"/>
          <a:chExt cx="0" cy="0"/>
        </a:xfrm>
      </p:grpSpPr>
      <p:pic>
        <p:nvPicPr>
          <p:cNvPr id="8" name="Picture 7" descr="Icon&#10;&#10;Description automatically generated">
            <a:extLst>
              <a:ext uri="{FF2B5EF4-FFF2-40B4-BE49-F238E27FC236}">
                <a16:creationId xmlns:a16="http://schemas.microsoft.com/office/drawing/2014/main" id="{71BB7868-FF28-44D5-9888-19CC033DD799}"/>
              </a:ext>
            </a:extLst>
          </p:cNvPr>
          <p:cNvPicPr>
            <a:picLocks noChangeAspect="1"/>
          </p:cNvPicPr>
          <p:nvPr userDrawn="1"/>
        </p:nvPicPr>
        <p:blipFill>
          <a:blip r:embed="rId2">
            <a:alphaModFix amt="50000"/>
          </a:blip>
          <a:stretch>
            <a:fillRect/>
          </a:stretch>
        </p:blipFill>
        <p:spPr>
          <a:xfrm>
            <a:off x="10896674" y="6551369"/>
            <a:ext cx="901361" cy="311295"/>
          </a:xfrm>
          <a:prstGeom prst="rect">
            <a:avLst/>
          </a:prstGeom>
          <a:effectLst/>
        </p:spPr>
      </p:pic>
      <p:sp>
        <p:nvSpPr>
          <p:cNvPr id="10" name="TextBox 9">
            <a:extLst>
              <a:ext uri="{FF2B5EF4-FFF2-40B4-BE49-F238E27FC236}">
                <a16:creationId xmlns:a16="http://schemas.microsoft.com/office/drawing/2014/main" id="{F23A84CC-CB31-4991-94C6-E7E5F73B994F}"/>
              </a:ext>
            </a:extLst>
          </p:cNvPr>
          <p:cNvSpPr txBox="1"/>
          <p:nvPr userDrawn="1"/>
        </p:nvSpPr>
        <p:spPr>
          <a:xfrm>
            <a:off x="5675885" y="6613344"/>
            <a:ext cx="1587951" cy="126499"/>
          </a:xfrm>
          <a:prstGeom prst="rect">
            <a:avLst/>
          </a:prstGeom>
        </p:spPr>
        <p:txBody>
          <a:bodyPr wrap="square" lIns="0" tIns="0" rIns="0" bIns="0" rtlCol="0">
            <a:noAutofit/>
          </a:bodyPr>
          <a:lstStyle/>
          <a:p>
            <a:pPr algn="l">
              <a:lnSpc>
                <a:spcPct val="105000"/>
              </a:lnSpc>
              <a:spcBef>
                <a:spcPts val="1000"/>
              </a:spcBef>
            </a:pPr>
            <a:r>
              <a:rPr lang="en-US" sz="1100" dirty="0">
                <a:solidFill>
                  <a:schemeClr val="tx1"/>
                </a:solidFill>
              </a:rPr>
              <a:t>   </a:t>
            </a:r>
            <a:r>
              <a:rPr lang="en-US" sz="1050" dirty="0">
                <a:solidFill>
                  <a:schemeClr val="bg2">
                    <a:lumMod val="65000"/>
                  </a:schemeClr>
                </a:solidFill>
              </a:rPr>
              <a:t>Kyndryl Services</a:t>
            </a:r>
            <a:endParaRPr lang="en-US" sz="1100" dirty="0">
              <a:solidFill>
                <a:schemeClr val="bg2">
                  <a:lumMod val="65000"/>
                </a:schemeClr>
              </a:solidFill>
            </a:endParaRPr>
          </a:p>
        </p:txBody>
      </p:sp>
      <p:sp>
        <p:nvSpPr>
          <p:cNvPr id="12" name="Oval 11">
            <a:extLst>
              <a:ext uri="{FF2B5EF4-FFF2-40B4-BE49-F238E27FC236}">
                <a16:creationId xmlns:a16="http://schemas.microsoft.com/office/drawing/2014/main" id="{B36640F1-FE64-4B2C-A377-2C53ADD88B07}"/>
              </a:ext>
            </a:extLst>
          </p:cNvPr>
          <p:cNvSpPr/>
          <p:nvPr userDrawn="1"/>
        </p:nvSpPr>
        <p:spPr>
          <a:xfrm>
            <a:off x="5596213" y="6633895"/>
            <a:ext cx="141316" cy="141316"/>
          </a:xfrm>
          <a:prstGeom prst="ellipse">
            <a:avLst/>
          </a:prstGeom>
          <a:noFill/>
          <a:ln w="127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91440" bIns="45720" numCol="1" spcCol="0" rtlCol="0" fromWordArt="0" anchor="ctr" anchorCtr="0" forceAA="0" compatLnSpc="1">
            <a:prstTxWarp prst="textNoShape">
              <a:avLst/>
            </a:prstTxWarp>
            <a:noAutofit/>
          </a:bodyPr>
          <a:lstStyle/>
          <a:p>
            <a:pPr algn="l"/>
            <a:r>
              <a:rPr lang="en-US" sz="1200" b="0" dirty="0">
                <a:solidFill>
                  <a:schemeClr val="bg2">
                    <a:lumMod val="65000"/>
                  </a:schemeClr>
                </a:solidFill>
              </a:rPr>
              <a:t>c</a:t>
            </a:r>
            <a:endParaRPr lang="en-US" sz="1400" b="0" dirty="0">
              <a:solidFill>
                <a:schemeClr val="bg2">
                  <a:lumMod val="65000"/>
                </a:schemeClr>
              </a:solidFill>
            </a:endParaRPr>
          </a:p>
        </p:txBody>
      </p:sp>
    </p:spTree>
    <p:extLst>
      <p:ext uri="{BB962C8B-B14F-4D97-AF65-F5344CB8AC3E}">
        <p14:creationId xmlns:p14="http://schemas.microsoft.com/office/powerpoint/2010/main" val="27858842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65FF4-82B6-E042-B883-F91F8DC792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31D454-BBC4-F748-887A-8A3C1605E1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6456A9-7667-1949-A458-CCDC787574B0}"/>
              </a:ext>
            </a:extLst>
          </p:cNvPr>
          <p:cNvSpPr>
            <a:spLocks noGrp="1"/>
          </p:cNvSpPr>
          <p:nvPr>
            <p:ph type="dt" sz="half" idx="10"/>
          </p:nvPr>
        </p:nvSpPr>
        <p:spPr/>
        <p:txBody>
          <a:bodyPr/>
          <a:lstStyle/>
          <a:p>
            <a:fld id="{4F0BAB50-E434-7A42-B33E-23A2108A9CF1}" type="datetimeFigureOut">
              <a:rPr lang="en-US" smtClean="0"/>
              <a:t>6/23/2026</a:t>
            </a:fld>
            <a:endParaRPr lang="en-US"/>
          </a:p>
        </p:txBody>
      </p:sp>
      <p:sp>
        <p:nvSpPr>
          <p:cNvPr id="5" name="Footer Placeholder 4">
            <a:extLst>
              <a:ext uri="{FF2B5EF4-FFF2-40B4-BE49-F238E27FC236}">
                <a16:creationId xmlns:a16="http://schemas.microsoft.com/office/drawing/2014/main" id="{76DA067D-C1A3-C84A-9230-8DEB98D739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5E641-A291-4F49-9151-B67C8219FED0}"/>
              </a:ext>
            </a:extLst>
          </p:cNvPr>
          <p:cNvSpPr>
            <a:spLocks noGrp="1"/>
          </p:cNvSpPr>
          <p:nvPr>
            <p:ph type="sldNum" sz="quarter" idx="12"/>
          </p:nvPr>
        </p:nvSpPr>
        <p:spPr/>
        <p:txBody>
          <a:bodyPr/>
          <a:lstStyle/>
          <a:p>
            <a:fld id="{C04A8196-FE36-AD41-B841-6A24E0197EFA}" type="slidenum">
              <a:rPr lang="en-US" smtClean="0"/>
              <a:t>‹#›</a:t>
            </a:fld>
            <a:endParaRPr lang="en-US"/>
          </a:p>
        </p:txBody>
      </p:sp>
    </p:spTree>
    <p:extLst>
      <p:ext uri="{BB962C8B-B14F-4D97-AF65-F5344CB8AC3E}">
        <p14:creationId xmlns:p14="http://schemas.microsoft.com/office/powerpoint/2010/main" val="860903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571500"/>
            <a:ext cx="5486400" cy="952500"/>
          </a:xfrm>
          <a:prstGeom prst="rect">
            <a:avLst/>
          </a:prstGeom>
        </p:spPr>
        <p:txBody>
          <a:bodyPr vert="horz" lIns="0" tIns="0" rIns="0" bIns="0" rtlCol="0" anchor="t">
            <a:noAutofit/>
          </a:bodyPr>
          <a:lstStyle/>
          <a:p>
            <a:r>
              <a:rPr lang="en-US" dirty="0"/>
              <a:t>Click to edit Master title style</a:t>
            </a:r>
          </a:p>
        </p:txBody>
      </p:sp>
      <p:sp>
        <p:nvSpPr>
          <p:cNvPr id="3" name="Text Placeholder 2"/>
          <p:cNvSpPr>
            <a:spLocks noGrp="1"/>
          </p:cNvSpPr>
          <p:nvPr>
            <p:ph type="body" idx="1"/>
          </p:nvPr>
        </p:nvSpPr>
        <p:spPr>
          <a:xfrm>
            <a:off x="381000" y="1714500"/>
            <a:ext cx="5486400" cy="4381500"/>
          </a:xfrm>
          <a:prstGeom prst="rect">
            <a:avLst/>
          </a:prstGeom>
        </p:spPr>
        <p:txBody>
          <a:bodyPr vert="horz" lIns="0" tIns="228600" rIns="0" bIns="0" rtlCol="0" anchor="t">
            <a:noAutofit/>
          </a:bodyPr>
          <a:lstStyle/>
          <a:p>
            <a:pPr lvl="0"/>
            <a:r>
              <a:rPr lang="en-US" dirty="0"/>
              <a:t>Click to edit Master text styles</a:t>
            </a:r>
          </a:p>
          <a:p>
            <a:pPr lvl="1"/>
            <a:r>
              <a:rPr lang="en-US" dirty="0"/>
              <a:t>Second level</a:t>
            </a:r>
          </a:p>
          <a:p>
            <a:pPr lvl="2"/>
            <a:r>
              <a:rPr lang="en-US" dirty="0"/>
              <a:t>Third level</a:t>
            </a:r>
          </a:p>
          <a:p>
            <a:pPr lvl="2"/>
            <a:r>
              <a:rPr lang="en-US" dirty="0"/>
              <a:t>Third level</a:t>
            </a:r>
          </a:p>
          <a:p>
            <a:pPr lvl="3"/>
            <a:r>
              <a:rPr lang="en-US" dirty="0"/>
              <a:t>Fourth level</a:t>
            </a:r>
          </a:p>
          <a:p>
            <a:pPr lvl="4"/>
            <a:r>
              <a:rPr lang="en-US" dirty="0"/>
              <a:t>Fifth level</a:t>
            </a:r>
          </a:p>
        </p:txBody>
      </p:sp>
      <p:pic>
        <p:nvPicPr>
          <p:cNvPr id="15" name="Picture 14"/>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1339010" y="6515119"/>
            <a:ext cx="471765" cy="190500"/>
          </a:xfrm>
          <a:prstGeom prst="rect">
            <a:avLst/>
          </a:prstGeom>
        </p:spPr>
      </p:pic>
      <p:grpSp>
        <p:nvGrpSpPr>
          <p:cNvPr id="9" name="Group 8"/>
          <p:cNvGrpSpPr/>
          <p:nvPr userDrawn="1"/>
        </p:nvGrpSpPr>
        <p:grpSpPr>
          <a:xfrm>
            <a:off x="762000" y="6583046"/>
            <a:ext cx="2261125" cy="183809"/>
            <a:chOff x="914400" y="7899655"/>
            <a:chExt cx="2713350" cy="220571"/>
          </a:xfrm>
        </p:grpSpPr>
        <p:sp>
          <p:nvSpPr>
            <p:cNvPr id="10"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Arial Regular" charset="0"/>
                </a:rPr>
                <a:t>©</a:t>
              </a:r>
              <a:r>
                <a:rPr lang="en-US" sz="333" b="0" i="0" dirty="0">
                  <a:solidFill>
                    <a:schemeClr val="tx1">
                      <a:alpha val="60000"/>
                    </a:schemeClr>
                  </a:solidFill>
                  <a:latin typeface="Arial Regular" charset="0"/>
                </a:rPr>
                <a:t> </a:t>
              </a:r>
              <a:r>
                <a:rPr lang="en-US" sz="666" b="0" i="0" dirty="0">
                  <a:solidFill>
                    <a:schemeClr val="tx1">
                      <a:alpha val="60000"/>
                    </a:schemeClr>
                  </a:solidFill>
                  <a:latin typeface="Arial Regular" charset="0"/>
                </a:rPr>
                <a:t>2018 IBM Corporation</a:t>
              </a:r>
              <a:r>
                <a:rPr lang="en-US" sz="666" b="0" i="0" baseline="0" dirty="0">
                  <a:solidFill>
                    <a:schemeClr val="tx1">
                      <a:alpha val="60000"/>
                    </a:schemeClr>
                  </a:solidFill>
                  <a:latin typeface="Arial Regular" charset="0"/>
                </a:rPr>
                <a:t>              </a:t>
              </a:r>
              <a:r>
                <a:rPr lang="en-US" sz="666" b="0" i="0" dirty="0">
                  <a:solidFill>
                    <a:schemeClr val="tx1">
                      <a:alpha val="60000"/>
                    </a:schemeClr>
                  </a:solidFill>
                  <a:latin typeface="Arial Regular"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tx1">
                      <a:alpha val="60000"/>
                    </a:schemeClr>
                  </a:solidFill>
                  <a:latin typeface="Arial Regular" charset="0"/>
                  <a:cs typeface="Arial Regular" charset="0"/>
                </a:rPr>
                <a:t> </a:t>
              </a:r>
              <a:fld id="{7C9968D1-C8E5-4FE3-AED4-7D4518C301B3}" type="datetime3">
                <a:rPr lang="en-US" sz="666" b="0" i="0" smtClean="0">
                  <a:solidFill>
                    <a:schemeClr val="tx1">
                      <a:alpha val="60000"/>
                    </a:schemeClr>
                  </a:solidFill>
                  <a:latin typeface="Arial Regular" charset="0"/>
                  <a:cs typeface="Arial Regular" charset="0"/>
                </a:rPr>
                <a:pPr marL="0" indent="0" fontAlgn="auto">
                  <a:spcBef>
                    <a:spcPts val="0"/>
                  </a:spcBef>
                  <a:spcAft>
                    <a:spcPts val="0"/>
                  </a:spcAft>
                  <a:tabLst/>
                  <a:defRPr/>
                </a:pPr>
                <a:t>23 June 2026</a:t>
              </a:fld>
              <a:endParaRPr lang="en-US" sz="666" b="0" i="0" dirty="0">
                <a:solidFill>
                  <a:schemeClr val="tx1">
                    <a:alpha val="60000"/>
                  </a:schemeClr>
                </a:solidFill>
                <a:latin typeface="Arial Regular" charset="0"/>
                <a:cs typeface="Arial Regular" charset="0"/>
              </a:endParaRPr>
            </a:p>
          </p:txBody>
        </p:sp>
      </p:grpSp>
      <p:sp>
        <p:nvSpPr>
          <p:cNvPr id="16"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Arial Regular" charset="0"/>
              </a:rPr>
              <a:t>IBM Services</a:t>
            </a:r>
          </a:p>
        </p:txBody>
      </p:sp>
      <p:sp>
        <p:nvSpPr>
          <p:cNvPr id="17"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tx1"/>
                </a:solidFill>
                <a:latin typeface="Arial Regular" charset="0"/>
              </a:rPr>
              <a:pPr algn="l"/>
              <a:t>‹#›</a:t>
            </a:fld>
            <a:endParaRPr lang="en-US" sz="667" b="0" i="0" dirty="0">
              <a:solidFill>
                <a:schemeClr val="tx1"/>
              </a:solidFill>
              <a:latin typeface="Arial Regular" charset="0"/>
            </a:endParaRPr>
          </a:p>
        </p:txBody>
      </p:sp>
    </p:spTree>
    <p:extLst>
      <p:ext uri="{BB962C8B-B14F-4D97-AF65-F5344CB8AC3E}">
        <p14:creationId xmlns:p14="http://schemas.microsoft.com/office/powerpoint/2010/main" val="23089857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914363" rtl="0" eaLnBrk="1" latinLnBrk="0" hangingPunct="1">
        <a:lnSpc>
          <a:spcPct val="90000"/>
        </a:lnSpc>
        <a:spcBef>
          <a:spcPct val="0"/>
        </a:spcBef>
        <a:buNone/>
        <a:defRPr sz="3000" b="0" i="0" kern="1200">
          <a:solidFill>
            <a:schemeClr val="tx1"/>
          </a:solidFill>
          <a:latin typeface="Arial Regular" charset="0"/>
          <a:ea typeface="+mj-ea"/>
          <a:cs typeface="+mj-cs"/>
        </a:defRPr>
      </a:lvl1pPr>
    </p:titleStyle>
    <p:bodyStyle>
      <a:lvl1pPr marL="0" indent="0" algn="l" defTabSz="914363" rtl="0" eaLnBrk="1" latinLnBrk="0" hangingPunct="1">
        <a:lnSpc>
          <a:spcPct val="105000"/>
        </a:lnSpc>
        <a:spcBef>
          <a:spcPts val="1000"/>
        </a:spcBef>
        <a:buFontTx/>
        <a:buNone/>
        <a:tabLst/>
        <a:defRPr sz="1667" b="0" i="0" kern="1200">
          <a:solidFill>
            <a:schemeClr val="tx1"/>
          </a:solidFill>
          <a:latin typeface="Arial Regular" charset="0"/>
          <a:ea typeface="+mn-ea"/>
          <a:cs typeface="+mn-cs"/>
        </a:defRPr>
      </a:lvl1pPr>
      <a:lvl2pPr marL="190492" indent="-190492" algn="l" defTabSz="914363" rtl="0" eaLnBrk="1" latinLnBrk="0" hangingPunct="1">
        <a:lnSpc>
          <a:spcPct val="105000"/>
        </a:lnSpc>
        <a:spcBef>
          <a:spcPts val="833"/>
        </a:spcBef>
        <a:buFont typeface="LucidaGrande" charset="0"/>
        <a:buChar char="-"/>
        <a:defRPr sz="1667" b="0" i="0" kern="1200">
          <a:solidFill>
            <a:schemeClr val="tx1"/>
          </a:solidFill>
          <a:latin typeface="Arial Regular" charset="0"/>
          <a:ea typeface="+mn-ea"/>
          <a:cs typeface="+mn-cs"/>
        </a:defRPr>
      </a:lvl2pPr>
      <a:lvl3pPr marL="380985" indent="-190492" algn="l" defTabSz="914363" rtl="0" eaLnBrk="1" latinLnBrk="0" hangingPunct="1">
        <a:lnSpc>
          <a:spcPct val="105000"/>
        </a:lnSpc>
        <a:spcBef>
          <a:spcPts val="0"/>
        </a:spcBef>
        <a:buSzPct val="80000"/>
        <a:buFont typeface="Arial" panose="020B0604020202020204" pitchFamily="34" charset="0"/>
        <a:buChar char="•"/>
        <a:defRPr sz="1667" b="0" i="0" kern="1200">
          <a:solidFill>
            <a:schemeClr val="tx1"/>
          </a:solidFill>
          <a:latin typeface="Arial Regular" charset="0"/>
          <a:ea typeface="+mn-ea"/>
          <a:cs typeface="+mn-cs"/>
        </a:defRPr>
      </a:lvl3pPr>
      <a:lvl4pPr marL="571477" indent="-190492" algn="l" defTabSz="914363" rtl="0" eaLnBrk="1" latinLnBrk="0" hangingPunct="1">
        <a:lnSpc>
          <a:spcPct val="105000"/>
        </a:lnSpc>
        <a:spcBef>
          <a:spcPts val="0"/>
        </a:spcBef>
        <a:buFont typeface=".AppleSystemUIFont" charset="-120"/>
        <a:buChar char="–"/>
        <a:defRPr sz="1667" b="0" i="0" kern="1200">
          <a:solidFill>
            <a:schemeClr val="tx1"/>
          </a:solidFill>
          <a:latin typeface="Arial Regular" charset="0"/>
          <a:ea typeface="+mn-ea"/>
          <a:cs typeface="+mn-cs"/>
        </a:defRPr>
      </a:lvl4pPr>
      <a:lvl5pPr marL="761970" indent="-190492" algn="l" defTabSz="914363" rtl="0" eaLnBrk="1" latinLnBrk="0" hangingPunct="1">
        <a:lnSpc>
          <a:spcPct val="105000"/>
        </a:lnSpc>
        <a:spcBef>
          <a:spcPts val="0"/>
        </a:spcBef>
        <a:buSzPct val="80000"/>
        <a:buFont typeface="Arial" panose="020B0604020202020204" pitchFamily="34" charset="0"/>
        <a:buChar char="•"/>
        <a:defRPr sz="1667" b="0" i="0" kern="1200">
          <a:solidFill>
            <a:schemeClr val="tx1"/>
          </a:solidFill>
          <a:latin typeface="Arial Regular" charset="0"/>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Rectangle 129">
            <a:extLst>
              <a:ext uri="{FF2B5EF4-FFF2-40B4-BE49-F238E27FC236}">
                <a16:creationId xmlns:a16="http://schemas.microsoft.com/office/drawing/2014/main" id="{7F1E98F8-A772-1B4A-BD9E-EC7FCDB6B9D7}"/>
              </a:ext>
            </a:extLst>
          </p:cNvPr>
          <p:cNvSpPr/>
          <p:nvPr/>
        </p:nvSpPr>
        <p:spPr>
          <a:xfrm>
            <a:off x="9427237" y="911300"/>
            <a:ext cx="2573377" cy="5620570"/>
          </a:xfrm>
          <a:prstGeom prst="rect">
            <a:avLst/>
          </a:prstGeom>
          <a:solidFill>
            <a:srgbClr val="FFFFFF"/>
          </a:solidFill>
          <a:ln w="6350" cap="flat" cmpd="sng" algn="ctr">
            <a:solidFill>
              <a:srgbClr val="FF462C"/>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64B42A14-9FBD-4BB3-A739-3671CE16B34F}"/>
              </a:ext>
            </a:extLst>
          </p:cNvPr>
          <p:cNvSpPr/>
          <p:nvPr/>
        </p:nvSpPr>
        <p:spPr>
          <a:xfrm>
            <a:off x="9633776" y="5931795"/>
            <a:ext cx="2258949" cy="557905"/>
          </a:xfrm>
          <a:prstGeom prst="rect">
            <a:avLst/>
          </a:prstGeom>
          <a:solidFill>
            <a:srgbClr val="FFFFFF"/>
          </a:solidFill>
          <a:ln w="6350" cap="flat" cmpd="sng" algn="ctr">
            <a:solidFill>
              <a:srgbClr val="FF462C"/>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27722FEE-63DA-B843-919A-E8CE7D99BADA}"/>
              </a:ext>
            </a:extLst>
          </p:cNvPr>
          <p:cNvSpPr/>
          <p:nvPr/>
        </p:nvSpPr>
        <p:spPr>
          <a:xfrm>
            <a:off x="10001728" y="5785779"/>
            <a:ext cx="1538556" cy="2947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dirty="0">
                <a:latin typeface="IBM Plex Sans" panose="020B0503050203000203" pitchFamily="34" charset="0"/>
              </a:rPr>
              <a:t>Qualifications</a:t>
            </a:r>
            <a:endParaRPr lang="en-US" sz="1400" b="1" dirty="0">
              <a:latin typeface="IBM Plex Sans" panose="020B0503050203000203" pitchFamily="34" charset="0"/>
            </a:endParaRPr>
          </a:p>
        </p:txBody>
      </p:sp>
      <p:sp>
        <p:nvSpPr>
          <p:cNvPr id="5" name="Slide Number Placeholder 4">
            <a:extLst>
              <a:ext uri="{FF2B5EF4-FFF2-40B4-BE49-F238E27FC236}">
                <a16:creationId xmlns:a16="http://schemas.microsoft.com/office/drawing/2014/main" id="{588ED241-E440-4A9E-94D0-855C6AB2110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98" name="Title 2">
            <a:extLst>
              <a:ext uri="{FF2B5EF4-FFF2-40B4-BE49-F238E27FC236}">
                <a16:creationId xmlns:a16="http://schemas.microsoft.com/office/drawing/2014/main" id="{F69B0D21-E88E-124D-A6B2-646D9961CE51}"/>
              </a:ext>
            </a:extLst>
          </p:cNvPr>
          <p:cNvSpPr txBox="1">
            <a:spLocks/>
          </p:cNvSpPr>
          <p:nvPr/>
        </p:nvSpPr>
        <p:spPr>
          <a:xfrm>
            <a:off x="2" y="13756"/>
            <a:ext cx="12191998" cy="675037"/>
          </a:xfrm>
          <a:prstGeom prst="rect">
            <a:avLst/>
          </a:prstGeom>
          <a:solidFill>
            <a:srgbClr val="FF462C"/>
          </a:solidFill>
        </p:spPr>
        <p:txBody>
          <a:bodyPr lIns="90000" tIns="73152" anchor="ctr" anchorCtr="0"/>
          <a:lstStyle>
            <a:lvl1pPr algn="l" defTabSz="914363" rtl="0" eaLnBrk="1" latinLnBrk="0" hangingPunct="1">
              <a:lnSpc>
                <a:spcPct val="90000"/>
              </a:lnSpc>
              <a:spcBef>
                <a:spcPct val="0"/>
              </a:spcBef>
              <a:buNone/>
              <a:defRPr sz="3000" b="0" i="0" kern="1200">
                <a:solidFill>
                  <a:schemeClr val="tx1"/>
                </a:solidFill>
                <a:latin typeface="Arial Regular" charset="0"/>
                <a:ea typeface="+mj-ea"/>
                <a:cs typeface="+mj-cs"/>
              </a:defRPr>
            </a:lvl1p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IBM Plex Sans" panose="020B0503050203000203" pitchFamily="34" charset="0"/>
                <a:ea typeface="+mn-ea"/>
                <a:cs typeface="+mn-cs"/>
              </a:rPr>
              <a:t>KYNDRYL</a:t>
            </a:r>
            <a:endParaRPr kumimoji="0" lang="en-US" sz="1000" i="0" u="none" strike="noStrike" kern="1200" cap="none" spc="0" normalizeH="0" baseline="0" noProof="0" dirty="0">
              <a:ln>
                <a:noFill/>
              </a:ln>
              <a:solidFill>
                <a:srgbClr val="FFFFFF"/>
              </a:solidFill>
              <a:effectLst/>
              <a:uLnTx/>
              <a:uFillTx/>
              <a:latin typeface="IBM Plex Sans" panose="020B0503050203000203" pitchFamily="34" charset="0"/>
              <a:ea typeface="+mn-ea"/>
              <a:cs typeface="+mn-cs"/>
            </a:endParaRPr>
          </a:p>
        </p:txBody>
      </p:sp>
      <p:sp>
        <p:nvSpPr>
          <p:cNvPr id="124" name="Rectangle 123">
            <a:extLst>
              <a:ext uri="{FF2B5EF4-FFF2-40B4-BE49-F238E27FC236}">
                <a16:creationId xmlns:a16="http://schemas.microsoft.com/office/drawing/2014/main" id="{8A6589A0-42F6-9F4A-A5BA-133FC4CA21BB}"/>
              </a:ext>
            </a:extLst>
          </p:cNvPr>
          <p:cNvSpPr/>
          <p:nvPr/>
        </p:nvSpPr>
        <p:spPr>
          <a:xfrm>
            <a:off x="2010392" y="2680179"/>
            <a:ext cx="3667710" cy="1700938"/>
          </a:xfrm>
          <a:prstGeom prst="rect">
            <a:avLst/>
          </a:prstGeom>
          <a:solidFill>
            <a:srgbClr val="FFFFFF"/>
          </a:solidFill>
          <a:ln w="6350" cap="flat" cmpd="sng" algn="ctr">
            <a:solidFill>
              <a:srgbClr val="FF462C"/>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126" name="Rectangle 125">
            <a:extLst>
              <a:ext uri="{FF2B5EF4-FFF2-40B4-BE49-F238E27FC236}">
                <a16:creationId xmlns:a16="http://schemas.microsoft.com/office/drawing/2014/main" id="{627036AA-CBCC-1243-83CA-168F99E44D7B}"/>
              </a:ext>
            </a:extLst>
          </p:cNvPr>
          <p:cNvSpPr/>
          <p:nvPr/>
        </p:nvSpPr>
        <p:spPr>
          <a:xfrm>
            <a:off x="2828650" y="2471476"/>
            <a:ext cx="2243591" cy="2947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51243"/>
                </a:solidFill>
                <a:effectLst/>
                <a:uLnTx/>
                <a:uFillTx/>
                <a:latin typeface="IBM Plex Sans" panose="020B0503050203000203" pitchFamily="34" charset="0"/>
                <a:ea typeface="+mn-ea"/>
                <a:cs typeface="+mn-cs"/>
              </a:rPr>
              <a:t>Domain Expertise</a:t>
            </a:r>
          </a:p>
        </p:txBody>
      </p:sp>
      <p:sp>
        <p:nvSpPr>
          <p:cNvPr id="127" name="Rectangle 126">
            <a:extLst>
              <a:ext uri="{FF2B5EF4-FFF2-40B4-BE49-F238E27FC236}">
                <a16:creationId xmlns:a16="http://schemas.microsoft.com/office/drawing/2014/main" id="{EDD19323-AEBA-4B42-BA48-C36EEF039DCC}"/>
              </a:ext>
            </a:extLst>
          </p:cNvPr>
          <p:cNvSpPr/>
          <p:nvPr/>
        </p:nvSpPr>
        <p:spPr>
          <a:xfrm>
            <a:off x="1999781" y="824487"/>
            <a:ext cx="7346763" cy="1577048"/>
          </a:xfrm>
          <a:prstGeom prst="rect">
            <a:avLst/>
          </a:prstGeom>
          <a:solidFill>
            <a:srgbClr val="FFFFFF"/>
          </a:solidFill>
          <a:ln w="6350" cap="flat" cmpd="sng" algn="ctr">
            <a:solidFill>
              <a:srgbClr val="FF462C"/>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8" name="Rectangle 127">
            <a:extLst>
              <a:ext uri="{FF2B5EF4-FFF2-40B4-BE49-F238E27FC236}">
                <a16:creationId xmlns:a16="http://schemas.microsoft.com/office/drawing/2014/main" id="{883CAF8A-F8DD-3444-B0F8-D140C448DB35}"/>
              </a:ext>
            </a:extLst>
          </p:cNvPr>
          <p:cNvSpPr/>
          <p:nvPr/>
        </p:nvSpPr>
        <p:spPr>
          <a:xfrm>
            <a:off x="2077465" y="1051353"/>
            <a:ext cx="7147623" cy="1015663"/>
          </a:xfrm>
          <a:prstGeom prst="rect">
            <a:avLst/>
          </a:prstGeom>
        </p:spPr>
        <p:txBody>
          <a:bodyPr wrap="square" anchor="t">
            <a:spAutoFit/>
          </a:bodyPr>
          <a:lstStyle/>
          <a:p>
            <a:pPr algn="just">
              <a:spcBef>
                <a:spcPts val="600"/>
              </a:spcBef>
            </a:pPr>
            <a:r>
              <a:rPr lang="en-US" sz="1100" dirty="0">
                <a:solidFill>
                  <a:srgbClr val="000000"/>
                </a:solidFill>
                <a:latin typeface="IBM Plex Sans" panose="020B0503050203000203" pitchFamily="34" charset="0"/>
                <a:ea typeface="+mn-lt"/>
                <a:cs typeface="Arial" panose="020B0604020202020204"/>
              </a:rPr>
              <a:t>9+ years of experience as a Software Support Engineer with the strong background of working knowledge in all the phases of software development life cycle with strong analytical, programming skills and having solid functional experience in Client integrations, frontend and backend development, support, QA and automation.</a:t>
            </a:r>
            <a:r>
              <a:rPr kumimoji="0" lang="en-US" sz="1000" i="0" u="none" strike="noStrike" kern="1200" cap="none" spc="0" normalizeH="0" baseline="0" noProof="0" dirty="0">
                <a:ln>
                  <a:noFill/>
                </a:ln>
                <a:solidFill>
                  <a:srgbClr val="000000"/>
                </a:solidFill>
                <a:effectLst/>
                <a:uLnTx/>
                <a:uFillTx/>
                <a:latin typeface="IBM Plex Sans" panose="020B0503050203000203" pitchFamily="34" charset="0"/>
                <a:ea typeface="+mn-lt"/>
                <a:cs typeface="Arial" panose="020B0604020202020204"/>
              </a:rPr>
              <a:t> </a:t>
            </a:r>
          </a:p>
          <a:p>
            <a:pPr algn="just">
              <a:spcBef>
                <a:spcPts val="600"/>
              </a:spcBef>
            </a:pPr>
            <a:r>
              <a:rPr kumimoji="0" lang="en-US" sz="1100" b="0" i="0" u="none" strike="noStrike" kern="1200" cap="none" spc="0" normalizeH="0" baseline="0" noProof="0" dirty="0">
                <a:ln>
                  <a:noFill/>
                </a:ln>
                <a:solidFill>
                  <a:srgbClr val="000000"/>
                </a:solidFill>
                <a:effectLst/>
                <a:uLnTx/>
                <a:uFillTx/>
                <a:latin typeface="IBM Plex Sans" panose="020B0503050203000203" pitchFamily="34" charset="0"/>
                <a:ea typeface="+mn-lt"/>
                <a:cs typeface="Arial" panose="020B0604020202020204"/>
              </a:rPr>
              <a:t>Experience in developing application, migration / modernization projects, RESTful services,  Neo4j database, client integration project,   </a:t>
            </a:r>
            <a:endParaRPr kumimoji="0" lang="en-US" sz="1100" b="0" i="0" u="none" strike="noStrike" kern="1200" cap="none" spc="0" normalizeH="0" baseline="0" noProof="0" dirty="0">
              <a:ln>
                <a:noFill/>
              </a:ln>
              <a:solidFill>
                <a:srgbClr val="000000"/>
              </a:solidFill>
              <a:effectLst/>
              <a:uLnTx/>
              <a:uFillTx/>
              <a:latin typeface="IBM Plex Sans" panose="020B0503050203000203" pitchFamily="34" charset="0"/>
            </a:endParaRPr>
          </a:p>
        </p:txBody>
      </p:sp>
      <p:sp>
        <p:nvSpPr>
          <p:cNvPr id="129" name="Rectangle 128">
            <a:extLst>
              <a:ext uri="{FF2B5EF4-FFF2-40B4-BE49-F238E27FC236}">
                <a16:creationId xmlns:a16="http://schemas.microsoft.com/office/drawing/2014/main" id="{584D719F-213A-2942-BF6A-0FA65EA5D6B6}"/>
              </a:ext>
            </a:extLst>
          </p:cNvPr>
          <p:cNvSpPr/>
          <p:nvPr/>
        </p:nvSpPr>
        <p:spPr>
          <a:xfrm>
            <a:off x="4583152" y="753888"/>
            <a:ext cx="2196790" cy="2947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51243"/>
                </a:solidFill>
                <a:effectLst/>
                <a:uLnTx/>
                <a:uFillTx/>
                <a:latin typeface="IBM Plex Sans" panose="020B0503050203000203" pitchFamily="34" charset="0"/>
                <a:ea typeface="+mn-ea"/>
                <a:cs typeface="+mn-cs"/>
              </a:rPr>
              <a:t>Bio Synopsis</a:t>
            </a:r>
          </a:p>
        </p:txBody>
      </p:sp>
      <p:sp>
        <p:nvSpPr>
          <p:cNvPr id="132" name="Rectangle 131">
            <a:extLst>
              <a:ext uri="{FF2B5EF4-FFF2-40B4-BE49-F238E27FC236}">
                <a16:creationId xmlns:a16="http://schemas.microsoft.com/office/drawing/2014/main" id="{CD9157EE-71D5-0949-A93F-A0FB2A86876F}"/>
              </a:ext>
            </a:extLst>
          </p:cNvPr>
          <p:cNvSpPr/>
          <p:nvPr/>
        </p:nvSpPr>
        <p:spPr>
          <a:xfrm>
            <a:off x="9957611" y="785039"/>
            <a:ext cx="1582673" cy="2947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51243"/>
                </a:solidFill>
                <a:effectLst/>
                <a:uLnTx/>
                <a:uFillTx/>
                <a:latin typeface="IBM Plex Sans" panose="020B0503050203000203" pitchFamily="34" charset="0"/>
                <a:ea typeface="+mn-ea"/>
                <a:cs typeface="+mn-cs"/>
              </a:rPr>
              <a:t>Trainings</a:t>
            </a:r>
          </a:p>
        </p:txBody>
      </p:sp>
      <p:sp>
        <p:nvSpPr>
          <p:cNvPr id="141" name="Rectangle 140">
            <a:extLst>
              <a:ext uri="{FF2B5EF4-FFF2-40B4-BE49-F238E27FC236}">
                <a16:creationId xmlns:a16="http://schemas.microsoft.com/office/drawing/2014/main" id="{44F4A776-2E79-5149-BC92-259521EEEE90}"/>
              </a:ext>
            </a:extLst>
          </p:cNvPr>
          <p:cNvSpPr/>
          <p:nvPr/>
        </p:nvSpPr>
        <p:spPr>
          <a:xfrm>
            <a:off x="2006012" y="4558963"/>
            <a:ext cx="7346762" cy="1972907"/>
          </a:xfrm>
          <a:prstGeom prst="rect">
            <a:avLst/>
          </a:prstGeom>
          <a:solidFill>
            <a:srgbClr val="FFFFFF"/>
          </a:solidFill>
          <a:ln w="6350" cap="flat" cmpd="sng" algn="ctr">
            <a:solidFill>
              <a:srgbClr val="FF462C"/>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142" name="Rectangle 141">
            <a:extLst>
              <a:ext uri="{FF2B5EF4-FFF2-40B4-BE49-F238E27FC236}">
                <a16:creationId xmlns:a16="http://schemas.microsoft.com/office/drawing/2014/main" id="{40330254-0ECA-F24E-80FB-C8D4B0E0770D}"/>
              </a:ext>
            </a:extLst>
          </p:cNvPr>
          <p:cNvSpPr/>
          <p:nvPr/>
        </p:nvSpPr>
        <p:spPr>
          <a:xfrm>
            <a:off x="2123109" y="2654370"/>
            <a:ext cx="3348613" cy="2698175"/>
          </a:xfrm>
          <a:prstGeom prst="rect">
            <a:avLst/>
          </a:prstGeom>
        </p:spPr>
        <p:txBody>
          <a:bodyPr wrap="square">
            <a:spAutoFit/>
          </a:bodyPr>
          <a:lstStyle/>
          <a:p>
            <a:pPr marL="171450" indent="-171450">
              <a:spcBef>
                <a:spcPts val="400"/>
              </a:spcBef>
              <a:buFont typeface="Arial" panose="020B0604020202020204" pitchFamily="34" charset="0"/>
              <a:buChar char="•"/>
              <a:defRPr/>
            </a:pPr>
            <a:endParaRPr lang="en-US" sz="900" dirty="0">
              <a:solidFill>
                <a:srgbClr val="000000"/>
              </a:solidFill>
              <a:latin typeface="IBM Plex Sans" panose="020B0503050203000203" pitchFamily="34" charset="0"/>
            </a:endParaRPr>
          </a:p>
          <a:p>
            <a:pPr marL="171450" indent="-171450">
              <a:spcBef>
                <a:spcPts val="400"/>
              </a:spcBef>
              <a:buFont typeface="Arial" panose="020B0604020202020204" pitchFamily="34" charset="0"/>
              <a:buChar char="•"/>
              <a:defRPr/>
            </a:pPr>
            <a:r>
              <a:rPr lang="en-US" sz="900" dirty="0">
                <a:solidFill>
                  <a:srgbClr val="000000"/>
                </a:solidFill>
                <a:latin typeface="IBM Plex Sans" panose="020B0503050203000203" pitchFamily="34" charset="0"/>
              </a:rPr>
              <a:t>Frontend  -  Angular, React</a:t>
            </a:r>
          </a:p>
          <a:p>
            <a:pPr marL="171450" indent="-171450">
              <a:spcBef>
                <a:spcPts val="400"/>
              </a:spcBef>
              <a:buFont typeface="Arial" panose="020B0604020202020204" pitchFamily="34" charset="0"/>
              <a:buChar char="•"/>
              <a:defRPr/>
            </a:pPr>
            <a:r>
              <a:rPr lang="en-US" sz="900" dirty="0">
                <a:solidFill>
                  <a:srgbClr val="000000"/>
                </a:solidFill>
                <a:latin typeface="IBM Plex Sans" panose="020B0503050203000203" pitchFamily="34" charset="0"/>
              </a:rPr>
              <a:t>Backend – </a:t>
            </a:r>
            <a:r>
              <a:rPr lang="en-US" sz="900" dirty="0" err="1">
                <a:solidFill>
                  <a:srgbClr val="000000"/>
                </a:solidFill>
                <a:latin typeface="IBM Plex Sans" panose="020B0503050203000203" pitchFamily="34" charset="0"/>
              </a:rPr>
              <a:t>NodeJs</a:t>
            </a:r>
            <a:r>
              <a:rPr lang="en-US" sz="900" dirty="0">
                <a:solidFill>
                  <a:srgbClr val="000000"/>
                </a:solidFill>
                <a:latin typeface="IBM Plex Sans" panose="020B0503050203000203" pitchFamily="34" charset="0"/>
              </a:rPr>
              <a:t>, </a:t>
            </a:r>
            <a:r>
              <a:rPr lang="en-US" sz="900" dirty="0" err="1">
                <a:solidFill>
                  <a:srgbClr val="000000"/>
                </a:solidFill>
                <a:latin typeface="IBM Plex Sans" panose="020B0503050203000203" pitchFamily="34" charset="0"/>
              </a:rPr>
              <a:t>SpringBoot</a:t>
            </a:r>
            <a:endParaRPr lang="en-US" sz="900" dirty="0">
              <a:solidFill>
                <a:srgbClr val="000000"/>
              </a:solidFill>
              <a:latin typeface="IBM Plex Sans" panose="020B0503050203000203" pitchFamily="34" charset="0"/>
            </a:endParaRPr>
          </a:p>
          <a:p>
            <a:pPr marL="171450" indent="-171450">
              <a:spcBef>
                <a:spcPts val="400"/>
              </a:spcBef>
              <a:buFont typeface="Arial" panose="020B0604020202020204" pitchFamily="34" charset="0"/>
              <a:buChar char="•"/>
              <a:defRPr/>
            </a:pPr>
            <a:r>
              <a:rPr lang="en-US" sz="900" dirty="0">
                <a:solidFill>
                  <a:srgbClr val="000000"/>
                </a:solidFill>
                <a:latin typeface="IBM Plex Sans" panose="020B0503050203000203" pitchFamily="34" charset="0"/>
              </a:rPr>
              <a:t>Programming languages - Java</a:t>
            </a:r>
          </a:p>
          <a:p>
            <a:pPr marL="171450" indent="-171450">
              <a:spcBef>
                <a:spcPts val="400"/>
              </a:spcBef>
              <a:buFont typeface="Arial" panose="020B0604020202020204" pitchFamily="34" charset="0"/>
              <a:buChar char="•"/>
              <a:defRPr/>
            </a:pPr>
            <a:r>
              <a:rPr lang="en-US" sz="900" dirty="0">
                <a:solidFill>
                  <a:srgbClr val="000000"/>
                </a:solidFill>
                <a:latin typeface="IBM Plex Sans" panose="020B0503050203000203" pitchFamily="34" charset="0"/>
              </a:rPr>
              <a:t>Test Automation  - Selenium, Cucumber, TestNG </a:t>
            </a:r>
          </a:p>
          <a:p>
            <a:pPr marL="171450" indent="-171450">
              <a:spcBef>
                <a:spcPts val="400"/>
              </a:spcBef>
              <a:buFont typeface="Arial" panose="020B0604020202020204" pitchFamily="34" charset="0"/>
              <a:buChar char="•"/>
              <a:defRPr/>
            </a:pPr>
            <a:r>
              <a:rPr lang="en-US" sz="900" dirty="0">
                <a:solidFill>
                  <a:srgbClr val="000000"/>
                </a:solidFill>
                <a:latin typeface="IBM Plex Sans" panose="020B0503050203000203" pitchFamily="34" charset="0"/>
              </a:rPr>
              <a:t>CI/CD &amp; DevOps-  Docker, Jenkins, Git Action, Ansible</a:t>
            </a:r>
          </a:p>
          <a:p>
            <a:pPr marL="171450" indent="-171450">
              <a:spcBef>
                <a:spcPts val="400"/>
              </a:spcBef>
              <a:buFont typeface="Arial" panose="020B0604020202020204" pitchFamily="34" charset="0"/>
              <a:buChar char="•"/>
              <a:defRPr/>
            </a:pPr>
            <a:r>
              <a:rPr lang="en-US" sz="900" dirty="0">
                <a:solidFill>
                  <a:srgbClr val="000000"/>
                </a:solidFill>
                <a:latin typeface="IBM Plex Sans" panose="020B0503050203000203" pitchFamily="34" charset="0"/>
              </a:rPr>
              <a:t>Public Cloud - Azure, AWS</a:t>
            </a:r>
          </a:p>
          <a:p>
            <a:pPr marL="171450" indent="-171450">
              <a:spcBef>
                <a:spcPts val="400"/>
              </a:spcBef>
              <a:buFont typeface="Arial" panose="020B0604020202020204" pitchFamily="34" charset="0"/>
              <a:buChar char="•"/>
              <a:defRPr/>
            </a:pPr>
            <a:r>
              <a:rPr kumimoji="0" lang="en-US" sz="900" b="0" i="0" u="none" strike="noStrike" kern="1200" cap="none" spc="0" normalizeH="0" baseline="0" noProof="0" dirty="0">
                <a:ln>
                  <a:noFill/>
                </a:ln>
                <a:solidFill>
                  <a:srgbClr val="000000"/>
                </a:solidFill>
                <a:effectLst/>
                <a:uLnTx/>
                <a:uFillTx/>
                <a:latin typeface="IBM Plex Sans" panose="020B0503050203000203" pitchFamily="34" charset="0"/>
              </a:rPr>
              <a:t>Virtualization – VMware</a:t>
            </a:r>
            <a:endParaRPr lang="en-US" sz="900" dirty="0">
              <a:solidFill>
                <a:srgbClr val="000000"/>
              </a:solidFill>
              <a:latin typeface="IBM Plex Sans" panose="020B0503050203000203" pitchFamily="34" charset="0"/>
            </a:endParaRPr>
          </a:p>
          <a:p>
            <a:pPr marL="171450" indent="-171450">
              <a:spcBef>
                <a:spcPts val="400"/>
              </a:spcBef>
              <a:buFont typeface="Arial" panose="020B0604020202020204" pitchFamily="34" charset="0"/>
              <a:buChar char="•"/>
              <a:defRPr/>
            </a:pPr>
            <a:r>
              <a:rPr lang="en-US" sz="900" dirty="0">
                <a:solidFill>
                  <a:srgbClr val="000000"/>
                </a:solidFill>
                <a:latin typeface="IBM Plex Sans" panose="020B0503050203000203" pitchFamily="34" charset="0"/>
              </a:rPr>
              <a:t>Databases – </a:t>
            </a:r>
            <a:r>
              <a:rPr lang="en-US" sz="900" dirty="0" err="1">
                <a:solidFill>
                  <a:srgbClr val="000000"/>
                </a:solidFill>
                <a:latin typeface="IBM Plex Sans" panose="020B0503050203000203" pitchFamily="34" charset="0"/>
              </a:rPr>
              <a:t>Mongodb</a:t>
            </a:r>
            <a:r>
              <a:rPr lang="en-US" sz="900" dirty="0">
                <a:solidFill>
                  <a:srgbClr val="000000"/>
                </a:solidFill>
                <a:latin typeface="IBM Plex Sans" panose="020B0503050203000203" pitchFamily="34" charset="0"/>
              </a:rPr>
              <a:t>, </a:t>
            </a:r>
            <a:r>
              <a:rPr lang="en-US" sz="900" dirty="0" err="1">
                <a:solidFill>
                  <a:srgbClr val="000000"/>
                </a:solidFill>
                <a:latin typeface="IBM Plex Sans" panose="020B0503050203000203" pitchFamily="34" charset="0"/>
              </a:rPr>
              <a:t>MySql</a:t>
            </a:r>
            <a:r>
              <a:rPr lang="en-US" sz="900" dirty="0">
                <a:solidFill>
                  <a:srgbClr val="000000"/>
                </a:solidFill>
                <a:latin typeface="IBM Plex Sans" panose="020B0503050203000203" pitchFamily="34" charset="0"/>
              </a:rPr>
              <a:t>, Neo4j</a:t>
            </a:r>
          </a:p>
          <a:p>
            <a:pPr marL="171450" indent="-171450">
              <a:spcBef>
                <a:spcPts val="400"/>
              </a:spcBef>
              <a:buFont typeface="Arial" panose="020B0604020202020204" pitchFamily="34" charset="0"/>
              <a:buChar char="•"/>
              <a:defRPr/>
            </a:pPr>
            <a:endParaRPr lang="en-US" sz="900" dirty="0">
              <a:solidFill>
                <a:srgbClr val="000000"/>
              </a:solidFill>
              <a:latin typeface="IBM Plex Sans" panose="020B0503050203000203" pitchFamily="34" charset="0"/>
            </a:endParaRPr>
          </a:p>
          <a:p>
            <a:pPr marL="171450" indent="-171450">
              <a:spcBef>
                <a:spcPts val="400"/>
              </a:spcBef>
              <a:buFont typeface="Arial" panose="020B0604020202020204" pitchFamily="34" charset="0"/>
              <a:buChar char="•"/>
              <a:defRPr/>
            </a:pPr>
            <a:endParaRPr lang="en-US" sz="900" dirty="0">
              <a:solidFill>
                <a:srgbClr val="000000"/>
              </a:solidFill>
              <a:latin typeface="IBM Plex Sans" panose="020B0503050203000203" pitchFamily="34" charset="0"/>
            </a:endParaRPr>
          </a:p>
          <a:p>
            <a:pPr marL="171450" indent="-171450">
              <a:spcBef>
                <a:spcPts val="400"/>
              </a:spcBef>
              <a:buFont typeface="Arial" panose="020B0604020202020204" pitchFamily="34" charset="0"/>
              <a:buChar char="•"/>
              <a:defRPr/>
            </a:pPr>
            <a:endParaRPr lang="en-US" sz="900" dirty="0">
              <a:solidFill>
                <a:srgbClr val="000000"/>
              </a:solidFill>
              <a:latin typeface="IBM Plex Sans" panose="020B0503050203000203" pitchFamily="34" charset="0"/>
            </a:endParaRPr>
          </a:p>
          <a:p>
            <a:pPr marL="171450" marR="0" lvl="0" indent="-17145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endParaRPr lang="en-US" sz="900" dirty="0">
              <a:solidFill>
                <a:srgbClr val="000000"/>
              </a:solidFill>
              <a:latin typeface="IBM Plex Sans" panose="020B0503050203000203" pitchFamily="34" charset="0"/>
            </a:endParaRPr>
          </a:p>
          <a:p>
            <a:pPr marR="0" lvl="0" algn="l" defTabSz="914400" rtl="0" eaLnBrk="1" fontAlgn="auto" latinLnBrk="0" hangingPunct="1">
              <a:lnSpc>
                <a:spcPct val="100000"/>
              </a:lnSpc>
              <a:spcBef>
                <a:spcPts val="400"/>
              </a:spcBef>
              <a:spcAft>
                <a:spcPts val="0"/>
              </a:spcAft>
              <a:buClrTx/>
              <a:buSzTx/>
              <a:tabLst/>
              <a:defRPr/>
            </a:pPr>
            <a:endParaRPr kumimoji="0" lang="en-US" sz="900" b="0" i="0" u="none" strike="noStrike" kern="1200" cap="none" spc="0" normalizeH="0" baseline="0" noProof="0" dirty="0">
              <a:ln>
                <a:noFill/>
              </a:ln>
              <a:solidFill>
                <a:srgbClr val="000000"/>
              </a:solidFill>
              <a:effectLst/>
              <a:uLnTx/>
              <a:uFillTx/>
              <a:latin typeface="IBM Plex Sans" panose="020B0503050203000203" pitchFamily="34" charset="0"/>
            </a:endParaRPr>
          </a:p>
        </p:txBody>
      </p:sp>
      <p:sp>
        <p:nvSpPr>
          <p:cNvPr id="143" name="Rectangle 142">
            <a:extLst>
              <a:ext uri="{FF2B5EF4-FFF2-40B4-BE49-F238E27FC236}">
                <a16:creationId xmlns:a16="http://schemas.microsoft.com/office/drawing/2014/main" id="{896971EF-E538-8144-A041-45D6001EB703}"/>
              </a:ext>
            </a:extLst>
          </p:cNvPr>
          <p:cNvSpPr/>
          <p:nvPr/>
        </p:nvSpPr>
        <p:spPr>
          <a:xfrm>
            <a:off x="4181708" y="4411591"/>
            <a:ext cx="2984532" cy="2947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51243"/>
                </a:solidFill>
                <a:effectLst/>
                <a:uLnTx/>
                <a:uFillTx/>
                <a:latin typeface="IBM Plex Sans" panose="020B0503050203000203" pitchFamily="34" charset="0"/>
                <a:ea typeface="+mn-ea"/>
                <a:cs typeface="+mn-cs"/>
              </a:rPr>
              <a:t>Key Projects Experience</a:t>
            </a:r>
          </a:p>
        </p:txBody>
      </p:sp>
      <p:sp>
        <p:nvSpPr>
          <p:cNvPr id="125" name="Rectangle 124">
            <a:extLst>
              <a:ext uri="{FF2B5EF4-FFF2-40B4-BE49-F238E27FC236}">
                <a16:creationId xmlns:a16="http://schemas.microsoft.com/office/drawing/2014/main" id="{12572172-13C9-074E-8883-C89516C2B4C8}"/>
              </a:ext>
            </a:extLst>
          </p:cNvPr>
          <p:cNvSpPr/>
          <p:nvPr/>
        </p:nvSpPr>
        <p:spPr>
          <a:xfrm>
            <a:off x="2030602" y="4687127"/>
            <a:ext cx="7223673" cy="2062103"/>
          </a:xfrm>
          <a:prstGeom prst="rect">
            <a:avLst/>
          </a:prstGeom>
        </p:spPr>
        <p:txBody>
          <a:bodyPr wrap="square">
            <a:spAutoFit/>
          </a:bodyPr>
          <a:lstStyle/>
          <a:p>
            <a:pPr marL="342900" lvl="0" indent="-342900">
              <a:buFont typeface="Symbol" pitchFamily="2" charset="2"/>
              <a:buChar char=""/>
              <a:tabLst>
                <a:tab pos="457200" algn="l"/>
              </a:tabLst>
            </a:pPr>
            <a:endParaRPr lang="en-US" sz="1100" dirty="0">
              <a:solidFill>
                <a:srgbClr val="000000"/>
              </a:solidFill>
              <a:latin typeface="IBM Plex Sans" panose="020B0503050203000203" pitchFamily="34" charset="0"/>
              <a:ea typeface="+mn-lt"/>
              <a:cs typeface="Arial" panose="020B0604020202020204"/>
            </a:endParaRPr>
          </a:p>
          <a:p>
            <a:pPr marL="342900" lvl="0" indent="-342900">
              <a:buFont typeface="Symbol" pitchFamily="2" charset="2"/>
              <a:buChar char=""/>
              <a:tabLst>
                <a:tab pos="457200" algn="l"/>
              </a:tabLst>
            </a:pPr>
            <a:r>
              <a:rPr lang="en-US" sz="1100" dirty="0">
                <a:solidFill>
                  <a:srgbClr val="000000"/>
                </a:solidFill>
                <a:latin typeface="IBM Plex Sans" panose="020B0503050203000203" pitchFamily="34" charset="0"/>
                <a:ea typeface="+mn-lt"/>
                <a:cs typeface="Arial" panose="020B0604020202020204"/>
              </a:rPr>
              <a:t>Developed and managed infrastructure automation using Ansible for configuration management. </a:t>
            </a:r>
          </a:p>
          <a:p>
            <a:pPr marL="342900" lvl="0" indent="-342900">
              <a:buFont typeface="Symbol" pitchFamily="2" charset="2"/>
              <a:buChar char=""/>
              <a:tabLst>
                <a:tab pos="457200" algn="l"/>
              </a:tabLst>
            </a:pPr>
            <a:r>
              <a:rPr lang="en-US" sz="1100" dirty="0">
                <a:solidFill>
                  <a:srgbClr val="000000"/>
                </a:solidFill>
                <a:latin typeface="IBM Plex Sans" panose="020B0503050203000203" pitchFamily="34" charset="0"/>
                <a:ea typeface="+mn-lt"/>
                <a:cs typeface="Arial" panose="020B0604020202020204"/>
              </a:rPr>
              <a:t>Built responsive and scalable UI components using Angular </a:t>
            </a:r>
          </a:p>
          <a:p>
            <a:pPr marL="342900" lvl="0" indent="-342900">
              <a:buFont typeface="Symbol" pitchFamily="2" charset="2"/>
              <a:buChar char=""/>
              <a:tabLst>
                <a:tab pos="457200" algn="l"/>
              </a:tabLst>
            </a:pPr>
            <a:r>
              <a:rPr lang="en-US" sz="1100" dirty="0">
                <a:solidFill>
                  <a:srgbClr val="000000"/>
                </a:solidFill>
                <a:latin typeface="IBM Plex Sans" panose="020B0503050203000203" pitchFamily="34" charset="0"/>
                <a:ea typeface="+mn-lt"/>
                <a:cs typeface="Arial" panose="020B0604020202020204"/>
              </a:rPr>
              <a:t>Retrieving  graphs effectively from Neo4j graph database and displaying it on UI. </a:t>
            </a:r>
          </a:p>
          <a:p>
            <a:pPr marL="342900" lvl="0" indent="-342900">
              <a:buFont typeface="Symbol" pitchFamily="2" charset="2"/>
              <a:buChar char=""/>
              <a:tabLst>
                <a:tab pos="457200" algn="l"/>
              </a:tabLst>
            </a:pPr>
            <a:r>
              <a:rPr lang="en-US" sz="1100" dirty="0">
                <a:solidFill>
                  <a:srgbClr val="000000"/>
                </a:solidFill>
                <a:latin typeface="IBM Plex Sans" panose="020B0503050203000203" pitchFamily="34" charset="0"/>
                <a:ea typeface="+mn-lt"/>
                <a:cs typeface="Arial" panose="020B0604020202020204"/>
              </a:rPr>
              <a:t>Created day2 operations / maintenance  automation scripts  for migration and modernization projects. </a:t>
            </a:r>
            <a:endParaRPr lang="en-IN" sz="1100" dirty="0">
              <a:solidFill>
                <a:srgbClr val="000000"/>
              </a:solidFill>
              <a:latin typeface="IBM Plex Sans" panose="020B0503050203000203" pitchFamily="34" charset="0"/>
              <a:ea typeface="+mn-lt"/>
              <a:cs typeface="Arial" panose="020B0604020202020204"/>
            </a:endParaRPr>
          </a:p>
          <a:p>
            <a:pPr marL="342900" lvl="0" indent="-342900">
              <a:buFont typeface="Symbol" pitchFamily="2" charset="2"/>
              <a:buChar char=""/>
              <a:tabLst>
                <a:tab pos="457200" algn="l"/>
              </a:tabLst>
            </a:pPr>
            <a:r>
              <a:rPr lang="en-US" sz="1100" dirty="0">
                <a:solidFill>
                  <a:srgbClr val="000000"/>
                </a:solidFill>
                <a:latin typeface="IBM Plex Sans" panose="020B0503050203000203" pitchFamily="34" charset="0"/>
                <a:ea typeface="+mn-lt"/>
                <a:cs typeface="Arial" panose="020B0604020202020204"/>
              </a:rPr>
              <a:t>Implemented back-end services with Spring Boot</a:t>
            </a:r>
            <a:endParaRPr lang="en-IN" sz="1100" dirty="0">
              <a:solidFill>
                <a:srgbClr val="000000"/>
              </a:solidFill>
              <a:latin typeface="IBM Plex Sans" panose="020B0503050203000203" pitchFamily="34" charset="0"/>
              <a:ea typeface="+mn-lt"/>
              <a:cs typeface="Arial" panose="020B0604020202020204"/>
            </a:endParaRPr>
          </a:p>
          <a:p>
            <a:pPr marL="342900" lvl="0" indent="-342900">
              <a:buFont typeface="Symbol" pitchFamily="2" charset="2"/>
              <a:buChar char=""/>
              <a:tabLst>
                <a:tab pos="457200" algn="l"/>
              </a:tabLst>
            </a:pPr>
            <a:r>
              <a:rPr lang="en-US" sz="1100" dirty="0">
                <a:solidFill>
                  <a:srgbClr val="000000"/>
                </a:solidFill>
                <a:latin typeface="IBM Plex Sans" panose="020B0503050203000203" pitchFamily="34" charset="0"/>
                <a:ea typeface="+mn-lt"/>
                <a:cs typeface="Arial" panose="020B0604020202020204"/>
              </a:rPr>
              <a:t>Implement RESTful APIs for seamless front-end, and back-end integration.</a:t>
            </a:r>
            <a:endParaRPr lang="en-IN" sz="1100" dirty="0">
              <a:solidFill>
                <a:srgbClr val="000000"/>
              </a:solidFill>
              <a:latin typeface="IBM Plex Sans" panose="020B0503050203000203" pitchFamily="34" charset="0"/>
              <a:ea typeface="+mn-lt"/>
              <a:cs typeface="Arial" panose="020B0604020202020204"/>
            </a:endParaRPr>
          </a:p>
          <a:p>
            <a:pPr marL="342900" lvl="0" indent="-342900">
              <a:buFont typeface="Symbol" pitchFamily="2" charset="2"/>
              <a:buChar char=""/>
              <a:tabLst>
                <a:tab pos="457200" algn="l"/>
              </a:tabLst>
            </a:pPr>
            <a:r>
              <a:rPr lang="en-US" sz="1100" dirty="0">
                <a:solidFill>
                  <a:srgbClr val="000000"/>
                </a:solidFill>
                <a:latin typeface="IBM Plex Sans" panose="020B0503050203000203" pitchFamily="34" charset="0"/>
                <a:ea typeface="+mn-lt"/>
                <a:cs typeface="Arial" panose="020B0604020202020204"/>
              </a:rPr>
              <a:t>Automate test cases using Selenium, Cucumber and TestNG to ensure software reliability.</a:t>
            </a:r>
            <a:endParaRPr lang="en-IN" sz="1100" dirty="0">
              <a:solidFill>
                <a:srgbClr val="000000"/>
              </a:solidFill>
              <a:latin typeface="IBM Plex Sans" panose="020B0503050203000203" pitchFamily="34" charset="0"/>
              <a:ea typeface="+mn-lt"/>
              <a:cs typeface="Arial" panose="020B0604020202020204"/>
            </a:endParaRPr>
          </a:p>
          <a:p>
            <a:pPr marL="342900" lvl="0" indent="-342900">
              <a:buFont typeface="Symbol" pitchFamily="2" charset="2"/>
              <a:buChar char=""/>
              <a:tabLst>
                <a:tab pos="457200" algn="l"/>
              </a:tabLst>
            </a:pPr>
            <a:r>
              <a:rPr lang="en-US" sz="1100" dirty="0">
                <a:solidFill>
                  <a:srgbClr val="000000"/>
                </a:solidFill>
                <a:latin typeface="IBM Plex Sans" panose="020B0503050203000203" pitchFamily="34" charset="0"/>
                <a:ea typeface="+mn-lt"/>
                <a:cs typeface="Arial" panose="020B0604020202020204"/>
              </a:rPr>
              <a:t>Optimize DevOps workflows by managing </a:t>
            </a:r>
            <a:r>
              <a:rPr lang="en-US" sz="1100" dirty="0" err="1">
                <a:solidFill>
                  <a:srgbClr val="000000"/>
                </a:solidFill>
                <a:latin typeface="IBM Plex Sans" panose="020B0503050203000203" pitchFamily="34" charset="0"/>
                <a:ea typeface="+mn-lt"/>
                <a:cs typeface="Arial" panose="020B0604020202020204"/>
              </a:rPr>
              <a:t>Dockerised</a:t>
            </a:r>
            <a:r>
              <a:rPr lang="en-US" sz="1100" dirty="0">
                <a:solidFill>
                  <a:srgbClr val="000000"/>
                </a:solidFill>
                <a:latin typeface="IBM Plex Sans" panose="020B0503050203000203" pitchFamily="34" charset="0"/>
                <a:ea typeface="+mn-lt"/>
                <a:cs typeface="Arial" panose="020B0604020202020204"/>
              </a:rPr>
              <a:t> applications and Jenkins pipelines.</a:t>
            </a:r>
            <a:endParaRPr lang="en-IN" sz="1100" dirty="0">
              <a:solidFill>
                <a:srgbClr val="000000"/>
              </a:solidFill>
              <a:latin typeface="IBM Plex Sans" panose="020B0503050203000203" pitchFamily="34" charset="0"/>
              <a:ea typeface="+mn-lt"/>
              <a:cs typeface="Arial" panose="020B0604020202020204"/>
            </a:endParaRPr>
          </a:p>
          <a:p>
            <a:pPr marL="342900" lvl="0" indent="-342900">
              <a:buFont typeface="Symbol" pitchFamily="2" charset="2"/>
              <a:buChar char=""/>
              <a:tabLst>
                <a:tab pos="457200" algn="l"/>
              </a:tabLst>
            </a:pPr>
            <a:r>
              <a:rPr lang="en-US" sz="1100" dirty="0">
                <a:solidFill>
                  <a:srgbClr val="000000"/>
                </a:solidFill>
                <a:latin typeface="IBM Plex Sans" panose="020B0503050203000203" pitchFamily="34" charset="0"/>
                <a:ea typeface="+mn-lt"/>
                <a:cs typeface="Arial" panose="020B0604020202020204"/>
              </a:rPr>
              <a:t>Deploy and manage applications on Azure cloud infrastructure. (ACA)</a:t>
            </a:r>
            <a:br>
              <a:rPr lang="en-AU" sz="900" dirty="0">
                <a:latin typeface="IBM Plex Sans" panose="020B0503050203000203" pitchFamily="34" charset="0"/>
              </a:rPr>
            </a:br>
            <a:endParaRPr lang="en-AU" sz="900" dirty="0">
              <a:latin typeface="IBM Plex Sans" panose="020B0503050203000203" pitchFamily="34" charset="0"/>
            </a:endParaRPr>
          </a:p>
          <a:p>
            <a:pPr marL="171450" indent="-171450">
              <a:buFont typeface="Arial" panose="020B0604020202020204" pitchFamily="34" charset="0"/>
              <a:buChar char="•"/>
            </a:pPr>
            <a:endParaRPr kumimoji="0" lang="en-US" sz="900" b="0" i="0" u="none" strike="noStrike" kern="1200" cap="none" spc="0" normalizeH="0" baseline="0" noProof="0" dirty="0">
              <a:ln>
                <a:noFill/>
              </a:ln>
              <a:solidFill>
                <a:srgbClr val="000000"/>
              </a:solidFill>
              <a:effectLst/>
              <a:uLnTx/>
              <a:uFillTx/>
              <a:latin typeface="IBM Plex Sans" panose="020B0503050203000203" pitchFamily="34" charset="0"/>
              <a:ea typeface="+mn-lt"/>
              <a:cs typeface="Arial" panose="020B0604020202020204"/>
            </a:endParaRPr>
          </a:p>
        </p:txBody>
      </p:sp>
      <p:sp>
        <p:nvSpPr>
          <p:cNvPr id="146" name="Rectangle 145">
            <a:extLst>
              <a:ext uri="{FF2B5EF4-FFF2-40B4-BE49-F238E27FC236}">
                <a16:creationId xmlns:a16="http://schemas.microsoft.com/office/drawing/2014/main" id="{0CC82E67-AC76-B541-8781-7AFC91D41728}"/>
              </a:ext>
            </a:extLst>
          </p:cNvPr>
          <p:cNvSpPr/>
          <p:nvPr/>
        </p:nvSpPr>
        <p:spPr>
          <a:xfrm>
            <a:off x="61647" y="2600728"/>
            <a:ext cx="1959820" cy="3831818"/>
          </a:xfrm>
          <a:prstGeom prst="rect">
            <a:avLst/>
          </a:prstGeom>
        </p:spPr>
        <p:txBody>
          <a:bodyPr wrap="square" anchor="t">
            <a:spAutoFit/>
          </a:bodyPr>
          <a:lstStyle/>
          <a:p>
            <a:pPr marL="0" marR="0" lvl="0" indent="0" algn="ctr" defTabSz="914400" rtl="0" eaLnBrk="1" fontAlgn="auto" latinLnBrk="0" hangingPunct="1">
              <a:lnSpc>
                <a:spcPct val="100000"/>
              </a:lnSpc>
              <a:spcBef>
                <a:spcPts val="400"/>
              </a:spcBef>
              <a:spcAft>
                <a:spcPts val="0"/>
              </a:spcAft>
              <a:buClrTx/>
              <a:buSzTx/>
              <a:buFontTx/>
              <a:buNone/>
              <a:tabLst/>
              <a:defRPr/>
            </a:pPr>
            <a:r>
              <a:rPr lang="en-US" sz="1600" b="1" dirty="0">
                <a:solidFill>
                  <a:srgbClr val="000000"/>
                </a:solidFill>
                <a:latin typeface="IBM Plex Sans" panose="020B0503050203000203" pitchFamily="34" charset="0"/>
              </a:rPr>
              <a:t>C R </a:t>
            </a:r>
            <a:r>
              <a:rPr lang="en-US" sz="1600" b="1" dirty="0" err="1">
                <a:solidFill>
                  <a:srgbClr val="000000"/>
                </a:solidFill>
                <a:latin typeface="IBM Plex Sans" panose="020B0503050203000203" pitchFamily="34" charset="0"/>
              </a:rPr>
              <a:t>SujithKumar</a:t>
            </a:r>
            <a:r>
              <a:rPr lang="en-US" sz="1600" b="1" dirty="0">
                <a:solidFill>
                  <a:srgbClr val="000000"/>
                </a:solidFill>
                <a:latin typeface="IBM Plex Sans" panose="020B0503050203000203" pitchFamily="34" charset="0"/>
              </a:rPr>
              <a:t> Sharone</a:t>
            </a:r>
            <a:endParaRPr kumimoji="0" lang="en-US" sz="1600" b="1" i="0" u="none" strike="noStrike" kern="1200" cap="none" spc="0" normalizeH="0" baseline="0" noProof="0" dirty="0">
              <a:ln>
                <a:noFill/>
              </a:ln>
              <a:solidFill>
                <a:srgbClr val="000000"/>
              </a:solidFill>
              <a:effectLst/>
              <a:uLnTx/>
              <a:uFillTx/>
              <a:latin typeface="IBM Plex Sans" panose="020B0503050203000203" pitchFamily="34" charset="0"/>
            </a:endParaRPr>
          </a:p>
          <a:p>
            <a:pPr lvl="0" algn="ctr">
              <a:spcBef>
                <a:spcPts val="400"/>
              </a:spcBef>
              <a:defRPr/>
            </a:pPr>
            <a:r>
              <a:rPr lang="en-IN" sz="1100" dirty="0"/>
              <a:t>Lead, Software Engineering –  Development</a:t>
            </a:r>
          </a:p>
          <a:p>
            <a:pPr lvl="0" algn="ctr">
              <a:spcBef>
                <a:spcPts val="400"/>
              </a:spcBef>
              <a:defRPr/>
            </a:pPr>
            <a:r>
              <a:rPr kumimoji="0" lang="en-US" sz="1100" b="0" i="1" u="none" strike="noStrike" kern="1200" cap="none" spc="0" normalizeH="0" baseline="0" noProof="0" dirty="0">
                <a:ln>
                  <a:noFill/>
                </a:ln>
                <a:solidFill>
                  <a:srgbClr val="000000"/>
                </a:solidFill>
                <a:effectLst/>
                <a:uLnTx/>
                <a:uFillTx/>
                <a:latin typeface="IBM Plex Sans" panose="020B0503050203000203" pitchFamily="34" charset="0"/>
              </a:rPr>
              <a:t>Based in </a:t>
            </a:r>
            <a:r>
              <a:rPr lang="en-US" sz="1100" i="1" dirty="0">
                <a:solidFill>
                  <a:srgbClr val="000000"/>
                </a:solidFill>
                <a:latin typeface="IBM Plex Sans" panose="020B0503050203000203" pitchFamily="34" charset="0"/>
              </a:rPr>
              <a:t>Bangalore</a:t>
            </a:r>
            <a:r>
              <a:rPr kumimoji="0" lang="en-US" sz="1100" b="0" i="1" u="none" strike="noStrike" kern="1200" cap="none" spc="0" normalizeH="0" baseline="0" noProof="0" dirty="0">
                <a:ln>
                  <a:noFill/>
                </a:ln>
                <a:solidFill>
                  <a:srgbClr val="000000"/>
                </a:solidFill>
                <a:effectLst/>
                <a:uLnTx/>
                <a:uFillTx/>
                <a:latin typeface="IBM Plex Sans" panose="020B0503050203000203" pitchFamily="34" charset="0"/>
              </a:rPr>
              <a:t> India</a:t>
            </a:r>
          </a:p>
          <a:p>
            <a:pPr marL="0" marR="0" lvl="0" indent="0" algn="ctr" defTabSz="914400" rtl="0" eaLnBrk="1" fontAlgn="auto" latinLnBrk="0" hangingPunct="1">
              <a:lnSpc>
                <a:spcPct val="100000"/>
              </a:lnSpc>
              <a:spcBef>
                <a:spcPts val="40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IBM Plex Sans" panose="020B0503050203000203" pitchFamily="34" charset="0"/>
              <a:ea typeface="+mn-lt"/>
              <a:cs typeface="Arial" panose="020B0604020202020204"/>
            </a:endParaRPr>
          </a:p>
          <a:p>
            <a:pPr lvl="0">
              <a:defRPr/>
            </a:pPr>
            <a:r>
              <a:rPr kumimoji="0" lang="en-US" sz="1100" b="0" i="1" u="none" strike="noStrike" kern="1200" cap="none" spc="0" normalizeH="0" baseline="0" noProof="0">
                <a:ln>
                  <a:noFill/>
                </a:ln>
                <a:solidFill>
                  <a:srgbClr val="000000"/>
                </a:solidFill>
                <a:effectLst/>
                <a:uLnTx/>
                <a:uFillTx/>
                <a:latin typeface="IBM Plex Sans" panose="020B0503050203000203" pitchFamily="34" charset="0"/>
                <a:ea typeface="+mn-lt"/>
                <a:cs typeface="Arial" panose="020B0604020202020204"/>
              </a:rPr>
              <a:t>Overall </a:t>
            </a:r>
            <a:r>
              <a:rPr kumimoji="0" lang="en-US" sz="1100" b="0" i="1" u="none" strike="noStrike" kern="1200" cap="none" spc="0" normalizeH="0" baseline="0" noProof="0" dirty="0">
                <a:ln>
                  <a:noFill/>
                </a:ln>
                <a:solidFill>
                  <a:srgbClr val="000000"/>
                </a:solidFill>
                <a:effectLst/>
                <a:uLnTx/>
                <a:uFillTx/>
                <a:latin typeface="IBM Plex Sans" panose="020B0503050203000203" pitchFamily="34" charset="0"/>
                <a:ea typeface="+mn-lt"/>
                <a:cs typeface="Arial" panose="020B0604020202020204"/>
              </a:rPr>
              <a:t>9</a:t>
            </a:r>
            <a:r>
              <a:rPr kumimoji="0" lang="en-US" sz="1100" b="0" i="1" u="none" strike="noStrike" kern="1200" cap="none" spc="0" normalizeH="0" baseline="0" noProof="0">
                <a:ln>
                  <a:noFill/>
                </a:ln>
                <a:solidFill>
                  <a:srgbClr val="000000"/>
                </a:solidFill>
                <a:effectLst/>
                <a:uLnTx/>
                <a:uFillTx/>
                <a:latin typeface="IBM Plex Sans" panose="020B0503050203000203" pitchFamily="34" charset="0"/>
                <a:ea typeface="+mn-lt"/>
                <a:cs typeface="Arial" panose="020B0604020202020204"/>
              </a:rPr>
              <a:t>+ </a:t>
            </a:r>
            <a:r>
              <a:rPr lang="en-AU" sz="1100" i="1" dirty="0">
                <a:latin typeface="IBM Plex Sans" panose="020B0503050203000203" pitchFamily="34" charset="0"/>
              </a:rPr>
              <a:t>years of experiences as a  </a:t>
            </a:r>
            <a:r>
              <a:rPr lang="en-US" sz="1100" i="1" dirty="0">
                <a:solidFill>
                  <a:srgbClr val="000000"/>
                </a:solidFill>
                <a:effectLst/>
                <a:latin typeface="IBM Plex Sans" panose="020B0503050203000203" pitchFamily="34" charset="0"/>
                <a:ea typeface="Frank Ruhl Libre" panose="00000500000000000000" pitchFamily="2" charset="-79"/>
              </a:rPr>
              <a:t>Application</a:t>
            </a:r>
            <a:r>
              <a:rPr lang="en-US" sz="1100" i="1" dirty="0">
                <a:solidFill>
                  <a:srgbClr val="000000"/>
                </a:solidFill>
                <a:effectLst/>
                <a:latin typeface="Frank Ruhl Libre" panose="00000500000000000000" pitchFamily="2" charset="-79"/>
                <a:ea typeface="Frank Ruhl Libre" panose="00000500000000000000" pitchFamily="2" charset="-79"/>
              </a:rPr>
              <a:t> Developer, Software Engineering</a:t>
            </a:r>
            <a:br>
              <a:rPr lang="en-AU" sz="1100" dirty="0">
                <a:latin typeface="IBM Plex Sans" panose="020B0503050203000203" pitchFamily="34" charset="0"/>
              </a:rPr>
            </a:br>
            <a:br>
              <a:rPr lang="en-AU" sz="400" dirty="0">
                <a:latin typeface="IBM Plex Sans" panose="020B0503050203000203" pitchFamily="34" charset="0"/>
              </a:rPr>
            </a:br>
            <a:r>
              <a:rPr lang="en-AU" sz="1100" dirty="0">
                <a:latin typeface="IBM Plex Sans" panose="020B0503050203000203" pitchFamily="34" charset="0"/>
              </a:rPr>
              <a:t>Included 3 years in  Frontend development, 1 year in Backend development, 3 years in   QA (automation) and a year in Client Integration</a:t>
            </a:r>
          </a:p>
          <a:p>
            <a:pPr lvl="0" algn="ctr">
              <a:spcBef>
                <a:spcPts val="400"/>
              </a:spcBef>
              <a:defRPr/>
            </a:pPr>
            <a:endParaRPr kumimoji="0" lang="en-US" sz="1100" b="0" i="1" u="none" strike="noStrike" kern="1200" cap="none" spc="0" normalizeH="0" baseline="0" noProof="0" dirty="0">
              <a:ln>
                <a:noFill/>
              </a:ln>
              <a:solidFill>
                <a:srgbClr val="000000"/>
              </a:solidFill>
              <a:effectLst/>
              <a:uLnTx/>
              <a:uFillTx/>
              <a:latin typeface="IBM Plex Sans" panose="020B0503050203000203" pitchFamily="34" charset="0"/>
            </a:endParaRPr>
          </a:p>
          <a:p>
            <a:pPr lvl="0">
              <a:spcBef>
                <a:spcPts val="400"/>
              </a:spcBef>
              <a:defRPr/>
            </a:pPr>
            <a:r>
              <a:rPr kumimoji="0" lang="en-US" sz="1100" b="0" i="1" u="none" strike="noStrike" kern="1200" cap="none" spc="0" normalizeH="0" baseline="0" noProof="0" dirty="0">
                <a:ln>
                  <a:noFill/>
                </a:ln>
                <a:solidFill>
                  <a:srgbClr val="000000"/>
                </a:solidFill>
                <a:effectLst/>
                <a:uLnTx/>
                <a:uFillTx/>
                <a:latin typeface="IBM Plex Sans" panose="020B0503050203000203" pitchFamily="34" charset="0"/>
              </a:rPr>
              <a:t>Past Companies include:</a:t>
            </a:r>
          </a:p>
          <a:p>
            <a:pPr lvl="0">
              <a:spcBef>
                <a:spcPts val="400"/>
              </a:spcBef>
              <a:defRPr/>
            </a:pPr>
            <a:r>
              <a:rPr lang="en-US" sz="1100" b="1" i="1" dirty="0">
                <a:solidFill>
                  <a:srgbClr val="000000"/>
                </a:solidFill>
                <a:latin typeface="IBM Plex Sans" panose="020B0503050203000203" pitchFamily="34" charset="0"/>
              </a:rPr>
              <a:t>IBM</a:t>
            </a:r>
            <a:endParaRPr kumimoji="0" lang="en-US" sz="1100" b="0" i="1" u="none" strike="noStrike" kern="1200" cap="none" spc="0" normalizeH="0" baseline="0" noProof="0" dirty="0">
              <a:ln>
                <a:noFill/>
              </a:ln>
              <a:solidFill>
                <a:srgbClr val="000000"/>
              </a:solidFill>
              <a:effectLst/>
              <a:uLnTx/>
              <a:uFillTx/>
              <a:latin typeface="IBM Plex Sans" panose="020B0503050203000203" pitchFamily="34" charset="0"/>
            </a:endParaRPr>
          </a:p>
        </p:txBody>
      </p:sp>
      <p:sp>
        <p:nvSpPr>
          <p:cNvPr id="35" name="Rectangle 34">
            <a:extLst>
              <a:ext uri="{FF2B5EF4-FFF2-40B4-BE49-F238E27FC236}">
                <a16:creationId xmlns:a16="http://schemas.microsoft.com/office/drawing/2014/main" id="{B8F05AD3-52D3-594D-9597-EED4EAE37308}"/>
              </a:ext>
            </a:extLst>
          </p:cNvPr>
          <p:cNvSpPr/>
          <p:nvPr/>
        </p:nvSpPr>
        <p:spPr>
          <a:xfrm>
            <a:off x="9816624" y="6097395"/>
            <a:ext cx="1888649" cy="3011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SG" sz="1050" i="1" dirty="0">
                <a:solidFill>
                  <a:schemeClr val="tx1"/>
                </a:solidFill>
                <a:latin typeface="IBM Plex Sans" panose="020B0503050203000203" pitchFamily="34" charset="0"/>
                <a:cs typeface="Arial" panose="020B0604020202020204"/>
              </a:rPr>
              <a:t>MTech in IT</a:t>
            </a:r>
          </a:p>
        </p:txBody>
      </p:sp>
      <p:sp>
        <p:nvSpPr>
          <p:cNvPr id="56" name="Rectangle 55">
            <a:extLst>
              <a:ext uri="{FF2B5EF4-FFF2-40B4-BE49-F238E27FC236}">
                <a16:creationId xmlns:a16="http://schemas.microsoft.com/office/drawing/2014/main" id="{F7722C21-8D09-C04A-A03C-21756E25281A}"/>
              </a:ext>
            </a:extLst>
          </p:cNvPr>
          <p:cNvSpPr/>
          <p:nvPr/>
        </p:nvSpPr>
        <p:spPr>
          <a:xfrm>
            <a:off x="9637633" y="1202498"/>
            <a:ext cx="2420512" cy="2144177"/>
          </a:xfrm>
          <a:prstGeom prst="rect">
            <a:avLst/>
          </a:prstGeom>
        </p:spPr>
        <p:txBody>
          <a:bodyPr wrap="square">
            <a:spAutoFit/>
          </a:bodyPr>
          <a:lstStyle/>
          <a:p>
            <a:pPr marL="171450" indent="-171450">
              <a:spcBef>
                <a:spcPts val="400"/>
              </a:spcBef>
              <a:buFont typeface="Arial" panose="020B0604020202020204" pitchFamily="34" charset="0"/>
              <a:buChar char="•"/>
              <a:defRPr/>
            </a:pPr>
            <a:r>
              <a:rPr lang="en-US" sz="1000" dirty="0">
                <a:solidFill>
                  <a:srgbClr val="000000"/>
                </a:solidFill>
                <a:effectLst/>
                <a:latin typeface="IBM Plex Sans" panose="020B0503050203000203" pitchFamily="34" charset="0"/>
                <a:ea typeface="Frank Ruhl Libre" panose="00000500000000000000" pitchFamily="2" charset="-79"/>
              </a:rPr>
              <a:t>Kubernetes Training &amp; Hands-on Labs</a:t>
            </a:r>
            <a:endParaRPr lang="en-AU" sz="1000" dirty="0">
              <a:latin typeface="IBM Plex Sans" panose="020B0503050203000203" pitchFamily="34" charset="0"/>
            </a:endParaRPr>
          </a:p>
          <a:p>
            <a:pPr marL="171450" indent="-171450">
              <a:spcBef>
                <a:spcPts val="400"/>
              </a:spcBef>
              <a:buFont typeface="Arial" panose="020B0604020202020204" pitchFamily="34" charset="0"/>
              <a:buChar char="•"/>
              <a:defRPr/>
            </a:pPr>
            <a:r>
              <a:rPr lang="en-US" sz="1000" dirty="0">
                <a:solidFill>
                  <a:srgbClr val="000000"/>
                </a:solidFill>
                <a:effectLst/>
                <a:latin typeface="IBM Plex Sans" panose="020B0503050203000203" pitchFamily="34" charset="0"/>
                <a:ea typeface="Frank Ruhl Libre" panose="00000500000000000000" pitchFamily="2" charset="-79"/>
              </a:rPr>
              <a:t>Advanced Spring Boot &amp; Microservices Training</a:t>
            </a:r>
            <a:endParaRPr lang="en-AU" sz="1000" dirty="0">
              <a:latin typeface="IBM Plex Sans" panose="020B0503050203000203" pitchFamily="34" charset="0"/>
            </a:endParaRPr>
          </a:p>
          <a:p>
            <a:pPr marL="171450" indent="-171450">
              <a:spcBef>
                <a:spcPts val="400"/>
              </a:spcBef>
              <a:buFont typeface="Arial" panose="020B0604020202020204" pitchFamily="34" charset="0"/>
              <a:buChar char="•"/>
              <a:defRPr/>
            </a:pPr>
            <a:r>
              <a:rPr lang="en-US" sz="1000" dirty="0">
                <a:solidFill>
                  <a:srgbClr val="000000"/>
                </a:solidFill>
                <a:effectLst/>
                <a:latin typeface="IBM Plex Sans" panose="020B0503050203000203" pitchFamily="34" charset="0"/>
                <a:ea typeface="Frank Ruhl Libre" panose="00000500000000000000" pitchFamily="2" charset="-79"/>
              </a:rPr>
              <a:t>ReactJS </a:t>
            </a:r>
            <a:endParaRPr lang="en-AU" sz="1000" dirty="0">
              <a:latin typeface="IBM Plex Sans" panose="020B0503050203000203" pitchFamily="34" charset="0"/>
            </a:endParaRPr>
          </a:p>
          <a:p>
            <a:pPr marL="171450" indent="-171450">
              <a:spcBef>
                <a:spcPts val="400"/>
              </a:spcBef>
              <a:buFont typeface="Arial" panose="020B0604020202020204" pitchFamily="34" charset="0"/>
              <a:buChar char="•"/>
              <a:defRPr/>
            </a:pPr>
            <a:r>
              <a:rPr lang="en-US" sz="1000" dirty="0">
                <a:solidFill>
                  <a:srgbClr val="000000"/>
                </a:solidFill>
                <a:effectLst/>
                <a:latin typeface="IBM Plex Sans" panose="020B0503050203000203" pitchFamily="34" charset="0"/>
                <a:ea typeface="Frank Ruhl Libre" panose="00000500000000000000" pitchFamily="2" charset="-79"/>
              </a:rPr>
              <a:t>Docker &amp; Containerization Best Practices</a:t>
            </a:r>
          </a:p>
          <a:p>
            <a:pPr marL="171450" indent="-171450">
              <a:spcBef>
                <a:spcPts val="400"/>
              </a:spcBef>
              <a:buFont typeface="Arial" panose="020B0604020202020204" pitchFamily="34" charset="0"/>
              <a:buChar char="•"/>
              <a:defRPr/>
            </a:pPr>
            <a:r>
              <a:rPr lang="en-US" sz="1000" dirty="0">
                <a:solidFill>
                  <a:srgbClr val="000000"/>
                </a:solidFill>
                <a:latin typeface="IBM Plex Sans" panose="020B0503050203000203" pitchFamily="34" charset="0"/>
                <a:ea typeface="Times New Roman" panose="02020603050405020304" pitchFamily="18" charset="0"/>
              </a:rPr>
              <a:t>Ansible</a:t>
            </a:r>
          </a:p>
          <a:p>
            <a:pPr marL="171450" indent="-171450">
              <a:spcBef>
                <a:spcPts val="400"/>
              </a:spcBef>
              <a:buFont typeface="Arial" panose="020B0604020202020204" pitchFamily="34" charset="0"/>
              <a:buChar char="•"/>
              <a:defRPr/>
            </a:pPr>
            <a:r>
              <a:rPr lang="en-US" sz="1000" dirty="0">
                <a:solidFill>
                  <a:srgbClr val="000000"/>
                </a:solidFill>
                <a:effectLst/>
                <a:latin typeface="IBM Plex Sans" panose="020B0503050203000203" pitchFamily="34" charset="0"/>
                <a:ea typeface="Times New Roman" panose="02020603050405020304" pitchFamily="18" charset="0"/>
              </a:rPr>
              <a:t>Python</a:t>
            </a:r>
          </a:p>
          <a:p>
            <a:pPr marL="171450" indent="-171450">
              <a:spcBef>
                <a:spcPts val="400"/>
              </a:spcBef>
              <a:buFont typeface="Arial" panose="020B0604020202020204" pitchFamily="34" charset="0"/>
              <a:buChar char="•"/>
              <a:defRPr/>
            </a:pPr>
            <a:endParaRPr lang="en-IN" sz="1000" dirty="0">
              <a:effectLst/>
              <a:latin typeface="IBM Plex Sans" panose="020B0503050203000203" pitchFamily="34" charset="0"/>
              <a:ea typeface="Times New Roman" panose="02020603050405020304" pitchFamily="18" charset="0"/>
            </a:endParaRPr>
          </a:p>
          <a:p>
            <a:pPr lvl="0">
              <a:spcBef>
                <a:spcPts val="400"/>
              </a:spcBef>
              <a:defRPr/>
            </a:pPr>
            <a:endParaRPr lang="en-AU" sz="1000" dirty="0">
              <a:latin typeface="IBM Plex Sans" panose="020B0503050203000203" pitchFamily="34" charset="0"/>
            </a:endParaRPr>
          </a:p>
        </p:txBody>
      </p:sp>
      <p:sp>
        <p:nvSpPr>
          <p:cNvPr id="43" name="Rectangle 42">
            <a:extLst>
              <a:ext uri="{FF2B5EF4-FFF2-40B4-BE49-F238E27FC236}">
                <a16:creationId xmlns:a16="http://schemas.microsoft.com/office/drawing/2014/main" id="{D9206A3F-7AAF-4A6C-9F42-1400BDBFB2A5}"/>
              </a:ext>
            </a:extLst>
          </p:cNvPr>
          <p:cNvSpPr/>
          <p:nvPr/>
        </p:nvSpPr>
        <p:spPr>
          <a:xfrm>
            <a:off x="10336184" y="3036653"/>
            <a:ext cx="934028" cy="198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51243"/>
              </a:solidFill>
              <a:effectLst/>
              <a:uLnTx/>
              <a:uFillTx/>
              <a:latin typeface="IBM Plex Sans" panose="020B0503050203000203" pitchFamily="34" charset="0"/>
              <a:ea typeface="+mn-ea"/>
              <a:cs typeface="+mn-cs"/>
            </a:endParaRPr>
          </a:p>
        </p:txBody>
      </p:sp>
      <p:pic>
        <p:nvPicPr>
          <p:cNvPr id="57" name="Picture 56">
            <a:extLst>
              <a:ext uri="{FF2B5EF4-FFF2-40B4-BE49-F238E27FC236}">
                <a16:creationId xmlns:a16="http://schemas.microsoft.com/office/drawing/2014/main" id="{B16BD026-A2A3-49C7-ABF2-5E57698E6DB0}"/>
              </a:ext>
            </a:extLst>
          </p:cNvPr>
          <p:cNvPicPr>
            <a:picLocks noChangeAspect="1"/>
          </p:cNvPicPr>
          <p:nvPr/>
        </p:nvPicPr>
        <p:blipFill>
          <a:blip r:embed="rId3"/>
          <a:stretch>
            <a:fillRect/>
          </a:stretch>
        </p:blipFill>
        <p:spPr>
          <a:xfrm>
            <a:off x="369867" y="38900"/>
            <a:ext cx="1606476" cy="640080"/>
          </a:xfrm>
          <a:prstGeom prst="rect">
            <a:avLst/>
          </a:prstGeom>
        </p:spPr>
      </p:pic>
      <p:sp>
        <p:nvSpPr>
          <p:cNvPr id="2" name="TextBox 1">
            <a:extLst>
              <a:ext uri="{FF2B5EF4-FFF2-40B4-BE49-F238E27FC236}">
                <a16:creationId xmlns:a16="http://schemas.microsoft.com/office/drawing/2014/main" id="{83BAC6C3-8269-D549-0B71-D537BEB0586F}"/>
              </a:ext>
            </a:extLst>
          </p:cNvPr>
          <p:cNvSpPr txBox="1"/>
          <p:nvPr/>
        </p:nvSpPr>
        <p:spPr>
          <a:xfrm>
            <a:off x="134235" y="6294474"/>
            <a:ext cx="1716127" cy="237396"/>
          </a:xfrm>
          <a:prstGeom prst="rect">
            <a:avLst/>
          </a:prstGeom>
        </p:spPr>
        <p:txBody>
          <a:bodyPr wrap="square" lIns="0" tIns="0" rIns="0" bIns="0" rtlCol="0">
            <a:noAutofit/>
          </a:bodyPr>
          <a:lstStyle/>
          <a:p>
            <a:pPr>
              <a:lnSpc>
                <a:spcPct val="105000"/>
              </a:lnSpc>
              <a:spcBef>
                <a:spcPts val="1000"/>
              </a:spcBef>
            </a:pPr>
            <a:endParaRPr lang="en-IN" sz="1000" dirty="0">
              <a:solidFill>
                <a:schemeClr val="tx1"/>
              </a:solidFill>
            </a:endParaRPr>
          </a:p>
        </p:txBody>
      </p:sp>
      <p:sp>
        <p:nvSpPr>
          <p:cNvPr id="3" name="Rectangle 2">
            <a:extLst>
              <a:ext uri="{FF2B5EF4-FFF2-40B4-BE49-F238E27FC236}">
                <a16:creationId xmlns:a16="http://schemas.microsoft.com/office/drawing/2014/main" id="{040F74C6-7A36-7AAC-2D8B-4F2C2F83394C}"/>
              </a:ext>
            </a:extLst>
          </p:cNvPr>
          <p:cNvSpPr/>
          <p:nvPr/>
        </p:nvSpPr>
        <p:spPr>
          <a:xfrm>
            <a:off x="5823927" y="2675768"/>
            <a:ext cx="3303537" cy="1689789"/>
          </a:xfrm>
          <a:prstGeom prst="rect">
            <a:avLst/>
          </a:prstGeom>
          <a:solidFill>
            <a:srgbClr val="FFFFFF"/>
          </a:solidFill>
          <a:ln w="6350" cap="flat" cmpd="sng" algn="ctr">
            <a:solidFill>
              <a:srgbClr val="FF462C"/>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19356768-667B-1C17-B318-11F3BA44A141}"/>
              </a:ext>
            </a:extLst>
          </p:cNvPr>
          <p:cNvSpPr/>
          <p:nvPr/>
        </p:nvSpPr>
        <p:spPr>
          <a:xfrm>
            <a:off x="5889001" y="2791961"/>
            <a:ext cx="3130661" cy="246221"/>
          </a:xfrm>
          <a:prstGeom prst="rect">
            <a:avLst/>
          </a:prstGeom>
        </p:spPr>
        <p:txBody>
          <a:bodyPr wrap="square">
            <a:spAutoFit/>
          </a:bodyPr>
          <a:lstStyle/>
          <a:p>
            <a:pPr marL="171450" marR="0" lvl="0" indent="-171450" algn="l" defTabSz="914400" rtl="0" eaLnBrk="1" fontAlgn="auto" latinLnBrk="0" hangingPunct="1">
              <a:spcBef>
                <a:spcPts val="300"/>
              </a:spcBef>
              <a:spcAft>
                <a:spcPts val="0"/>
              </a:spcAft>
              <a:buClrTx/>
              <a:buSzTx/>
              <a:buFont typeface="Arial" panose="020B0604020202020204" pitchFamily="34" charset="0"/>
              <a:buChar char="•"/>
              <a:tabLst/>
              <a:defRPr/>
            </a:pPr>
            <a:r>
              <a:rPr lang="en-US" sz="1000" dirty="0">
                <a:solidFill>
                  <a:srgbClr val="000000"/>
                </a:solidFill>
                <a:latin typeface="IBM Plex Sans" panose="020B0503050203000203" pitchFamily="34" charset="0"/>
              </a:rPr>
              <a:t>IT Industry  - Kyndryl,  IBM</a:t>
            </a:r>
          </a:p>
        </p:txBody>
      </p:sp>
      <p:sp>
        <p:nvSpPr>
          <p:cNvPr id="8" name="Rectangle 7">
            <a:extLst>
              <a:ext uri="{FF2B5EF4-FFF2-40B4-BE49-F238E27FC236}">
                <a16:creationId xmlns:a16="http://schemas.microsoft.com/office/drawing/2014/main" id="{5F5FFCE6-625A-763E-DEDF-769D9CF15E76}"/>
              </a:ext>
            </a:extLst>
          </p:cNvPr>
          <p:cNvSpPr/>
          <p:nvPr/>
        </p:nvSpPr>
        <p:spPr>
          <a:xfrm>
            <a:off x="6515349" y="2488672"/>
            <a:ext cx="1988790" cy="2947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51243"/>
                </a:solidFill>
                <a:effectLst/>
                <a:uLnTx/>
                <a:uFillTx/>
                <a:latin typeface="IBM Plex Sans" panose="020B0503050203000203" pitchFamily="34" charset="0"/>
                <a:ea typeface="+mn-ea"/>
                <a:cs typeface="+mn-cs"/>
              </a:rPr>
              <a:t>Industry Expertise</a:t>
            </a:r>
          </a:p>
        </p:txBody>
      </p:sp>
      <p:pic>
        <p:nvPicPr>
          <p:cNvPr id="1027" name="Picture 3">
            <a:extLst>
              <a:ext uri="{FF2B5EF4-FFF2-40B4-BE49-F238E27FC236}">
                <a16:creationId xmlns:a16="http://schemas.microsoft.com/office/drawing/2014/main" id="{AD9CE772-7D26-E65C-146F-9E7F168CB56E}"/>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51" y="991835"/>
            <a:ext cx="1409700" cy="1409700"/>
          </a:xfrm>
          <a:prstGeom prst="ellipse">
            <a:avLst/>
          </a:prstGeom>
          <a:solidFill>
            <a:srgbClr val="FFFFFF"/>
          </a:solidFill>
          <a:ln w="101600">
            <a:solidFill>
              <a:srgbClr val="FFFFFF"/>
            </a:solidFill>
            <a:round/>
            <a:headEnd/>
            <a:tailEnd/>
          </a:ln>
        </p:spPr>
      </p:pic>
    </p:spTree>
    <p:extLst>
      <p:ext uri="{BB962C8B-B14F-4D97-AF65-F5344CB8AC3E}">
        <p14:creationId xmlns:p14="http://schemas.microsoft.com/office/powerpoint/2010/main" val="1832687868"/>
      </p:ext>
    </p:extLst>
  </p:cSld>
  <p:clrMapOvr>
    <a:masterClrMapping/>
  </p:clrMapOvr>
</p:sld>
</file>

<file path=ppt/theme/theme1.xml><?xml version="1.0" encoding="utf-8"?>
<a:theme xmlns:a="http://schemas.openxmlformats.org/drawingml/2006/main" name="4_Light Background">
  <a:themeElements>
    <a:clrScheme name="IBM Services Palette Final">
      <a:dk1>
        <a:srgbClr val="000000"/>
      </a:dk1>
      <a:lt1>
        <a:srgbClr val="051243"/>
      </a:lt1>
      <a:dk2>
        <a:srgbClr val="F3F3F3"/>
      </a:dk2>
      <a:lt2>
        <a:srgbClr val="FFFFFF"/>
      </a:lt2>
      <a:accent1>
        <a:srgbClr val="6EA6FF"/>
      </a:accent1>
      <a:accent2>
        <a:srgbClr val="0F6DFF"/>
      </a:accent2>
      <a:accent3>
        <a:srgbClr val="0530AD"/>
      </a:accent3>
      <a:accent4>
        <a:srgbClr val="00BAB6"/>
      </a:accent4>
      <a:accent5>
        <a:srgbClr val="924CFC"/>
      </a:accent5>
      <a:accent6>
        <a:srgbClr val="D7306D"/>
      </a:accent6>
      <a:hlink>
        <a:srgbClr val="0F6DFF"/>
      </a:hlink>
      <a:folHlink>
        <a:srgbClr val="E0E0E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noAutofit/>
      </a:bodyPr>
      <a:lstStyle>
        <a:defPPr>
          <a:lnSpc>
            <a:spcPct val="105000"/>
          </a:lnSpc>
          <a:spcBef>
            <a:spcPts val="1000"/>
          </a:spcBef>
          <a:defRPr sz="2000" dirty="0" smtClean="0">
            <a:solidFill>
              <a:schemeClr val="tx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15061</TotalTime>
  <Words>324</Words>
  <Application>Microsoft Office PowerPoint</Application>
  <PresentationFormat>Widescreen</PresentationFormat>
  <Paragraphs>48</Paragraphs>
  <Slides>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.AppleSystemUIFont</vt:lpstr>
      <vt:lpstr>Aharoni</vt:lpstr>
      <vt:lpstr>Arial</vt:lpstr>
      <vt:lpstr>Arial Regular</vt:lpstr>
      <vt:lpstr>Calibri</vt:lpstr>
      <vt:lpstr>Frank Ruhl Libre</vt:lpstr>
      <vt:lpstr>Helvetica Neue</vt:lpstr>
      <vt:lpstr>IBM Plex Sans</vt:lpstr>
      <vt:lpstr>LucidaGrande</vt:lpstr>
      <vt:lpstr>Symbol</vt:lpstr>
      <vt:lpstr>4_Light Background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Vijay.Yadav1@kyndryl.com</dc:creator>
  <cp:lastModifiedBy>Sujithkumar Sharone C R</cp:lastModifiedBy>
  <cp:revision>733</cp:revision>
  <cp:lastPrinted>2024-06-21T08:57:59Z</cp:lastPrinted>
  <dcterms:created xsi:type="dcterms:W3CDTF">2020-02-03T02:00:31Z</dcterms:created>
  <dcterms:modified xsi:type="dcterms:W3CDTF">2026-06-23T06:01:49Z</dcterms:modified>
</cp:coreProperties>
</file>