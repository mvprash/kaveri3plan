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B60A42-0AEC-529A-764B-E00D796F3F8B}" v="72" dt="2026-04-29T04:58:20.6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0FF"/>
          </a:solidFill>
        </a:fill>
      </a:tcStyle>
    </a:wholeTbl>
    <a:band2H>
      <a:tcTxStyle/>
      <a:tcStyle>
        <a:tcBdr/>
        <a:fill>
          <a:solidFill>
            <a:srgbClr val="EA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CE2"/>
          </a:solidFill>
        </a:fill>
      </a:tcStyle>
    </a:wholeTbl>
    <a:band2H>
      <a:tcTxStyle/>
      <a:tcStyle>
        <a:tcBdr/>
        <a:fill>
          <a:solidFill>
            <a:srgbClr val="E6E7F1"/>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0CCD3"/>
          </a:solidFill>
        </a:fill>
      </a:tcStyle>
    </a:wholeTbl>
    <a:band2H>
      <a:tcTxStyle/>
      <a:tcStyle>
        <a:tcBdr/>
        <a:fill>
          <a:solidFill>
            <a:srgbClr val="F8E7E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uti Modi" userId="S::shruti.modi@kyndryl.com::6ec0d80b-71b8-42fc-9f84-fa024c85bb81" providerId="AD" clId="Web-{37B60A42-0AEC-529A-764B-E00D796F3F8B}"/>
    <pc:docChg chg="modSld">
      <pc:chgData name="Shruti Modi" userId="S::shruti.modi@kyndryl.com::6ec0d80b-71b8-42fc-9f84-fa024c85bb81" providerId="AD" clId="Web-{37B60A42-0AEC-529A-764B-E00D796F3F8B}" dt="2026-04-29T04:58:20.679" v="39" actId="20577"/>
      <pc:docMkLst>
        <pc:docMk/>
      </pc:docMkLst>
      <pc:sldChg chg="modSp">
        <pc:chgData name="Shruti Modi" userId="S::shruti.modi@kyndryl.com::6ec0d80b-71b8-42fc-9f84-fa024c85bb81" providerId="AD" clId="Web-{37B60A42-0AEC-529A-764B-E00D796F3F8B}" dt="2026-04-29T04:58:20.679" v="39" actId="20577"/>
        <pc:sldMkLst>
          <pc:docMk/>
          <pc:sldMk cId="0" sldId="256"/>
        </pc:sldMkLst>
        <pc:spChg chg="mod">
          <ac:chgData name="Shruti Modi" userId="S::shruti.modi@kyndryl.com::6ec0d80b-71b8-42fc-9f84-fa024c85bb81" providerId="AD" clId="Web-{37B60A42-0AEC-529A-764B-E00D796F3F8B}" dt="2026-04-29T04:58:17.272" v="38" actId="20577"/>
          <ac:spMkLst>
            <pc:docMk/>
            <pc:sldMk cId="0" sldId="256"/>
            <ac:spMk id="297" creationId="{00000000-0000-0000-0000-000000000000}"/>
          </ac:spMkLst>
        </pc:spChg>
        <pc:spChg chg="mod">
          <ac:chgData name="Shruti Modi" userId="S::shruti.modi@kyndryl.com::6ec0d80b-71b8-42fc-9f84-fa024c85bb81" providerId="AD" clId="Web-{37B60A42-0AEC-529A-764B-E00D796F3F8B}" dt="2026-04-29T04:58:13.913" v="36" actId="20577"/>
          <ac:spMkLst>
            <pc:docMk/>
            <pc:sldMk cId="0" sldId="256"/>
            <ac:spMk id="305" creationId="{00000000-0000-0000-0000-000000000000}"/>
          </ac:spMkLst>
        </pc:spChg>
        <pc:spChg chg="mod">
          <ac:chgData name="Shruti Modi" userId="S::shruti.modi@kyndryl.com::6ec0d80b-71b8-42fc-9f84-fa024c85bb81" providerId="AD" clId="Web-{37B60A42-0AEC-529A-764B-E00D796F3F8B}" dt="2026-04-29T04:57:28.834" v="26" actId="20577"/>
          <ac:spMkLst>
            <pc:docMk/>
            <pc:sldMk cId="0" sldId="256"/>
            <ac:spMk id="309" creationId="{00000000-0000-0000-0000-000000000000}"/>
          </ac:spMkLst>
        </pc:spChg>
        <pc:spChg chg="mod">
          <ac:chgData name="Shruti Modi" userId="S::shruti.modi@kyndryl.com::6ec0d80b-71b8-42fc-9f84-fa024c85bb81" providerId="AD" clId="Web-{37B60A42-0AEC-529A-764B-E00D796F3F8B}" dt="2026-04-29T04:58:20.679" v="39" actId="20577"/>
          <ac:spMkLst>
            <pc:docMk/>
            <pc:sldMk cId="0" sldId="256"/>
            <ac:spMk id="3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0" name="Shape 270"/>
          <p:cNvSpPr>
            <a:spLocks noGrp="1" noRot="1" noChangeAspect="1"/>
          </p:cNvSpPr>
          <p:nvPr>
            <p:ph type="sldImg"/>
          </p:nvPr>
        </p:nvSpPr>
        <p:spPr>
          <a:xfrm>
            <a:off x="1143000" y="685800"/>
            <a:ext cx="4572000" cy="3429000"/>
          </a:xfrm>
          <a:prstGeom prst="rect">
            <a:avLst/>
          </a:prstGeom>
        </p:spPr>
        <p:txBody>
          <a:bodyPr/>
          <a:lstStyle/>
          <a:p>
            <a:endParaRPr/>
          </a:p>
        </p:txBody>
      </p:sp>
      <p:sp>
        <p:nvSpPr>
          <p:cNvPr id="271" name="Shape 2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3-1_Title and Content">
    <p:spTree>
      <p:nvGrpSpPr>
        <p:cNvPr id="1" name=""/>
        <p:cNvGrpSpPr/>
        <p:nvPr/>
      </p:nvGrpSpPr>
      <p:grpSpPr>
        <a:xfrm>
          <a:off x="0" y="0"/>
          <a:ext cx="0" cy="0"/>
          <a:chOff x="0" y="0"/>
          <a:chExt cx="0" cy="0"/>
        </a:xfrm>
      </p:grpSpPr>
      <p:sp>
        <p:nvSpPr>
          <p:cNvPr id="17" name="Click to edit Master title style"/>
          <p:cNvSpPr txBox="1">
            <a:spLocks noGrp="1"/>
          </p:cNvSpPr>
          <p:nvPr>
            <p:ph type="title" hasCustomPrompt="1"/>
          </p:nvPr>
        </p:nvSpPr>
        <p:spPr>
          <a:prstGeom prst="rect">
            <a:avLst/>
          </a:prstGeom>
        </p:spPr>
        <p:txBody>
          <a:bodyPr/>
          <a:lstStyle/>
          <a:p>
            <a:r>
              <a:t>Click to edit Master title style</a:t>
            </a:r>
          </a:p>
        </p:txBody>
      </p:sp>
      <p:sp>
        <p:nvSpPr>
          <p:cNvPr id="18" name="Body Level One…"/>
          <p:cNvSpPr txBox="1">
            <a:spLocks noGrp="1"/>
          </p:cNvSpPr>
          <p:nvPr>
            <p:ph type="body" sz="half"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9" name="Text Placeholder 4"/>
          <p:cNvSpPr>
            <a:spLocks noGrp="1"/>
          </p:cNvSpPr>
          <p:nvPr>
            <p:ph type="body" sz="quarter" idx="21"/>
          </p:nvPr>
        </p:nvSpPr>
        <p:spPr>
          <a:xfrm>
            <a:off x="381000" y="220979"/>
            <a:ext cx="5486400" cy="228601"/>
          </a:xfrm>
          <a:prstGeom prst="rect">
            <a:avLst/>
          </a:prstGeom>
        </p:spPr>
        <p:txBody>
          <a:bodyPr/>
          <a:lstStyle/>
          <a:p>
            <a:endParaRPr/>
          </a:p>
        </p:txBody>
      </p:sp>
      <p:sp>
        <p:nvSpPr>
          <p:cNvPr id="20" name="Text Placeholder 23"/>
          <p:cNvSpPr>
            <a:spLocks noGrp="1"/>
          </p:cNvSpPr>
          <p:nvPr>
            <p:ph type="body" sz="quarter" idx="22" hasCustomPrompt="1"/>
          </p:nvPr>
        </p:nvSpPr>
        <p:spPr>
          <a:xfrm>
            <a:off x="381000" y="6118859"/>
            <a:ext cx="5562600" cy="381003"/>
          </a:xfrm>
          <a:prstGeom prst="rect">
            <a:avLst/>
          </a:prstGeom>
        </p:spPr>
        <p:txBody>
          <a:bodyPr anchor="b"/>
          <a:lstStyle>
            <a:lvl1pPr>
              <a:defRPr sz="600">
                <a:solidFill>
                  <a:srgbClr val="000000">
                    <a:alpha val="70000"/>
                  </a:srgbClr>
                </a:solidFill>
              </a:defRPr>
            </a:lvl1pPr>
          </a:lstStyle>
          <a:p>
            <a:r>
              <a:t>Source: Edit source here</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3-2_Title and Content">
    <p:spTree>
      <p:nvGrpSpPr>
        <p:cNvPr id="1" name=""/>
        <p:cNvGrpSpPr/>
        <p:nvPr/>
      </p:nvGrpSpPr>
      <p:grpSpPr>
        <a:xfrm>
          <a:off x="0" y="0"/>
          <a:ext cx="0" cy="0"/>
          <a:chOff x="0" y="0"/>
          <a:chExt cx="0" cy="0"/>
        </a:xfrm>
      </p:grpSpPr>
      <p:sp>
        <p:nvSpPr>
          <p:cNvPr id="28" name="Click to edit Master title style"/>
          <p:cNvSpPr txBox="1">
            <a:spLocks noGrp="1"/>
          </p:cNvSpPr>
          <p:nvPr>
            <p:ph type="title" hasCustomPrompt="1"/>
          </p:nvPr>
        </p:nvSpPr>
        <p:spPr>
          <a:prstGeom prst="rect">
            <a:avLst/>
          </a:prstGeom>
        </p:spPr>
        <p:txBody>
          <a:bodyPr/>
          <a:lstStyle/>
          <a:p>
            <a:r>
              <a:t>Click to edit Master title style</a:t>
            </a:r>
          </a:p>
        </p:txBody>
      </p:sp>
      <p:sp>
        <p:nvSpPr>
          <p:cNvPr id="29" name="Body Level One…"/>
          <p:cNvSpPr txBox="1">
            <a:spLocks noGrp="1"/>
          </p:cNvSpPr>
          <p:nvPr>
            <p:ph type="body" sz="quarter" idx="1"/>
          </p:nvPr>
        </p:nvSpPr>
        <p:spPr>
          <a:xfrm>
            <a:off x="381000" y="1714500"/>
            <a:ext cx="2476500" cy="43815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Text Placeholder 4"/>
          <p:cNvSpPr>
            <a:spLocks noGrp="1"/>
          </p:cNvSpPr>
          <p:nvPr>
            <p:ph type="body" sz="quarter" idx="21"/>
          </p:nvPr>
        </p:nvSpPr>
        <p:spPr>
          <a:xfrm>
            <a:off x="381000" y="220979"/>
            <a:ext cx="5486400" cy="228601"/>
          </a:xfrm>
          <a:prstGeom prst="rect">
            <a:avLst/>
          </a:prstGeom>
        </p:spPr>
        <p:txBody>
          <a:bodyPr/>
          <a:lstStyle/>
          <a:p>
            <a:endParaRPr/>
          </a:p>
        </p:txBody>
      </p:sp>
      <p:sp>
        <p:nvSpPr>
          <p:cNvPr id="31" name="Text Placeholder 23"/>
          <p:cNvSpPr>
            <a:spLocks noGrp="1"/>
          </p:cNvSpPr>
          <p:nvPr>
            <p:ph type="body" sz="quarter" idx="22" hasCustomPrompt="1"/>
          </p:nvPr>
        </p:nvSpPr>
        <p:spPr>
          <a:xfrm>
            <a:off x="381000" y="6118859"/>
            <a:ext cx="5562600" cy="381003"/>
          </a:xfrm>
          <a:prstGeom prst="rect">
            <a:avLst/>
          </a:prstGeom>
        </p:spPr>
        <p:txBody>
          <a:bodyPr anchor="b"/>
          <a:lstStyle>
            <a:lvl1pPr>
              <a:defRPr sz="600">
                <a:solidFill>
                  <a:srgbClr val="000000">
                    <a:alpha val="70000"/>
                  </a:srgbClr>
                </a:solidFill>
              </a:defRPr>
            </a:lvl1pPr>
          </a:lstStyle>
          <a:p>
            <a:r>
              <a:t>Source: Edit source here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3-3_Title and Content">
    <p:spTree>
      <p:nvGrpSpPr>
        <p:cNvPr id="1" name=""/>
        <p:cNvGrpSpPr/>
        <p:nvPr/>
      </p:nvGrpSpPr>
      <p:grpSpPr>
        <a:xfrm>
          <a:off x="0" y="0"/>
          <a:ext cx="0" cy="0"/>
          <a:chOff x="0" y="0"/>
          <a:chExt cx="0" cy="0"/>
        </a:xfrm>
      </p:grpSpPr>
      <p:pic>
        <p:nvPicPr>
          <p:cNvPr id="39"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42" name="Group 8"/>
          <p:cNvGrpSpPr/>
          <p:nvPr/>
        </p:nvGrpSpPr>
        <p:grpSpPr>
          <a:xfrm>
            <a:off x="761997" y="6611449"/>
            <a:ext cx="2261131" cy="127001"/>
            <a:chOff x="-1" y="0"/>
            <a:chExt cx="2261130" cy="127000"/>
          </a:xfrm>
        </p:grpSpPr>
        <p:sp>
          <p:nvSpPr>
            <p:cNvPr id="40"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41"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43"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44" name="Rectangle 19"/>
          <p:cNvSpPr/>
          <p:nvPr/>
        </p:nvSpPr>
        <p:spPr>
          <a:xfrm flipV="1">
            <a:off x="0" y="0"/>
            <a:ext cx="12192000" cy="1714500"/>
          </a:xfrm>
          <a:prstGeom prst="rect">
            <a:avLst/>
          </a:prstGeom>
          <a:solidFill>
            <a:srgbClr val="FFFFFF"/>
          </a:solidFill>
          <a:ln w="12700">
            <a:miter lim="400000"/>
          </a:ln>
        </p:spPr>
        <p:txBody>
          <a:bodyPr lIns="45718" tIns="45718" rIns="45718" bIns="45718" anchor="ctr"/>
          <a:lstStyle/>
          <a:p>
            <a:pPr algn="ctr">
              <a:defRPr sz="1500">
                <a:solidFill>
                  <a:srgbClr val="051243"/>
                </a:solidFill>
                <a:latin typeface="Arial"/>
                <a:ea typeface="Arial"/>
                <a:cs typeface="Arial"/>
                <a:sym typeface="Arial"/>
              </a:defRPr>
            </a:pPr>
            <a:endParaRPr/>
          </a:p>
        </p:txBody>
      </p:sp>
      <p:sp>
        <p:nvSpPr>
          <p:cNvPr id="45" name="Click to edit Master title style"/>
          <p:cNvSpPr txBox="1">
            <a:spLocks noGrp="1"/>
          </p:cNvSpPr>
          <p:nvPr>
            <p:ph type="title" hasCustomPrompt="1"/>
          </p:nvPr>
        </p:nvSpPr>
        <p:spPr>
          <a:prstGeom prst="rect">
            <a:avLst/>
          </a:prstGeom>
        </p:spPr>
        <p:txBody>
          <a:bodyPr/>
          <a:lstStyle>
            <a:lvl1pPr>
              <a:defRPr>
                <a:solidFill>
                  <a:srgbClr val="000000"/>
                </a:solidFill>
              </a:defRPr>
            </a:lvl1pPr>
          </a:lstStyle>
          <a:p>
            <a:r>
              <a:t>Click to edit Master title style</a:t>
            </a:r>
          </a:p>
        </p:txBody>
      </p:sp>
      <p:sp>
        <p:nvSpPr>
          <p:cNvPr id="46" name="Body Level One…"/>
          <p:cNvSpPr txBox="1">
            <a:spLocks noGrp="1"/>
          </p:cNvSpPr>
          <p:nvPr>
            <p:ph type="body" sz="half"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7" name="Text Placeholder 4"/>
          <p:cNvSpPr>
            <a:spLocks noGrp="1"/>
          </p:cNvSpPr>
          <p:nvPr>
            <p:ph type="body" sz="quarter" idx="21"/>
          </p:nvPr>
        </p:nvSpPr>
        <p:spPr>
          <a:xfrm>
            <a:off x="381000" y="220979"/>
            <a:ext cx="5486400" cy="228601"/>
          </a:xfrm>
          <a:prstGeom prst="rect">
            <a:avLst/>
          </a:prstGeom>
        </p:spPr>
        <p:txBody>
          <a:bodyPr/>
          <a:lstStyle/>
          <a:p>
            <a:endParaRPr/>
          </a:p>
        </p:txBody>
      </p:sp>
      <p:sp>
        <p:nvSpPr>
          <p:cNvPr id="48" name="Text Placeholder 23"/>
          <p:cNvSpPr>
            <a:spLocks noGrp="1"/>
          </p:cNvSpPr>
          <p:nvPr>
            <p:ph type="body" sz="quarter" idx="22" hasCustomPrompt="1"/>
          </p:nvPr>
        </p:nvSpPr>
        <p:spPr>
          <a:xfrm>
            <a:off x="381000" y="6118859"/>
            <a:ext cx="5562600" cy="381003"/>
          </a:xfrm>
          <a:prstGeom prst="rect">
            <a:avLst/>
          </a:prstGeom>
        </p:spPr>
        <p:txBody>
          <a:bodyPr anchor="b"/>
          <a:lstStyle>
            <a:lvl1pPr>
              <a:defRPr sz="600">
                <a:solidFill>
                  <a:srgbClr val="000000">
                    <a:alpha val="70000"/>
                  </a:srgbClr>
                </a:solidFill>
              </a:defRPr>
            </a:lvl1pPr>
          </a:lstStyle>
          <a:p>
            <a:r>
              <a:t>Source: Edit source here</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3-4_Title and Content">
    <p:spTree>
      <p:nvGrpSpPr>
        <p:cNvPr id="1" name=""/>
        <p:cNvGrpSpPr/>
        <p:nvPr/>
      </p:nvGrpSpPr>
      <p:grpSpPr>
        <a:xfrm>
          <a:off x="0" y="0"/>
          <a:ext cx="0" cy="0"/>
          <a:chOff x="0" y="0"/>
          <a:chExt cx="0" cy="0"/>
        </a:xfrm>
      </p:grpSpPr>
      <p:pic>
        <p:nvPicPr>
          <p:cNvPr id="56"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59" name="Group 8"/>
          <p:cNvGrpSpPr/>
          <p:nvPr/>
        </p:nvGrpSpPr>
        <p:grpSpPr>
          <a:xfrm>
            <a:off x="761997" y="6611449"/>
            <a:ext cx="2261131" cy="127001"/>
            <a:chOff x="-1" y="0"/>
            <a:chExt cx="2261130" cy="127000"/>
          </a:xfrm>
        </p:grpSpPr>
        <p:sp>
          <p:nvSpPr>
            <p:cNvPr id="57"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58"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60"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61" name="Rectangle 9"/>
          <p:cNvSpPr/>
          <p:nvPr/>
        </p:nvSpPr>
        <p:spPr>
          <a:xfrm flipV="1">
            <a:off x="0" y="0"/>
            <a:ext cx="12192000" cy="1714500"/>
          </a:xfrm>
          <a:prstGeom prst="rect">
            <a:avLst/>
          </a:prstGeom>
          <a:solidFill>
            <a:srgbClr val="FFFFFF"/>
          </a:solidFill>
          <a:ln w="12700">
            <a:miter lim="400000"/>
          </a:ln>
        </p:spPr>
        <p:txBody>
          <a:bodyPr lIns="45718" tIns="45718" rIns="45718" bIns="45718" anchor="ctr"/>
          <a:lstStyle/>
          <a:p>
            <a:pPr algn="ctr">
              <a:defRPr sz="1500">
                <a:solidFill>
                  <a:srgbClr val="051243"/>
                </a:solidFill>
                <a:latin typeface="Arial"/>
                <a:ea typeface="Arial"/>
                <a:cs typeface="Arial"/>
                <a:sym typeface="Arial"/>
              </a:defRPr>
            </a:pPr>
            <a:endParaRPr/>
          </a:p>
        </p:txBody>
      </p:sp>
      <p:sp>
        <p:nvSpPr>
          <p:cNvPr id="62" name="Click to edit Master title style"/>
          <p:cNvSpPr txBox="1">
            <a:spLocks noGrp="1"/>
          </p:cNvSpPr>
          <p:nvPr>
            <p:ph type="title" hasCustomPrompt="1"/>
          </p:nvPr>
        </p:nvSpPr>
        <p:spPr>
          <a:prstGeom prst="rect">
            <a:avLst/>
          </a:prstGeom>
        </p:spPr>
        <p:txBody>
          <a:bodyPr/>
          <a:lstStyle>
            <a:lvl1pPr>
              <a:defRPr>
                <a:solidFill>
                  <a:srgbClr val="000000"/>
                </a:solidFill>
              </a:defRPr>
            </a:lvl1pPr>
          </a:lstStyle>
          <a:p>
            <a:r>
              <a:t>Click to edit Master title style</a:t>
            </a:r>
          </a:p>
        </p:txBody>
      </p:sp>
      <p:sp>
        <p:nvSpPr>
          <p:cNvPr id="63" name="Body Level One…"/>
          <p:cNvSpPr txBox="1">
            <a:spLocks noGrp="1"/>
          </p:cNvSpPr>
          <p:nvPr>
            <p:ph type="body" sz="quarter" idx="1"/>
          </p:nvPr>
        </p:nvSpPr>
        <p:spPr>
          <a:xfrm>
            <a:off x="381000" y="1714500"/>
            <a:ext cx="2476500" cy="43815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Text Placeholder 4"/>
          <p:cNvSpPr>
            <a:spLocks noGrp="1"/>
          </p:cNvSpPr>
          <p:nvPr>
            <p:ph type="body" sz="quarter" idx="21"/>
          </p:nvPr>
        </p:nvSpPr>
        <p:spPr>
          <a:xfrm>
            <a:off x="381000" y="220979"/>
            <a:ext cx="5486400" cy="228601"/>
          </a:xfrm>
          <a:prstGeom prst="rect">
            <a:avLst/>
          </a:prstGeom>
        </p:spPr>
        <p:txBody>
          <a:bodyPr/>
          <a:lstStyle/>
          <a:p>
            <a:endParaRPr/>
          </a:p>
        </p:txBody>
      </p:sp>
      <p:sp>
        <p:nvSpPr>
          <p:cNvPr id="65" name="Text Placeholder 23"/>
          <p:cNvSpPr>
            <a:spLocks noGrp="1"/>
          </p:cNvSpPr>
          <p:nvPr>
            <p:ph type="body" sz="quarter" idx="22" hasCustomPrompt="1"/>
          </p:nvPr>
        </p:nvSpPr>
        <p:spPr>
          <a:xfrm>
            <a:off x="381000" y="6118859"/>
            <a:ext cx="5562600" cy="381003"/>
          </a:xfrm>
          <a:prstGeom prst="rect">
            <a:avLst/>
          </a:prstGeom>
        </p:spPr>
        <p:txBody>
          <a:bodyPr anchor="b"/>
          <a:lstStyle>
            <a:lvl1pPr>
              <a:defRPr sz="600">
                <a:solidFill>
                  <a:srgbClr val="000000">
                    <a:alpha val="70000"/>
                  </a:srgbClr>
                </a:solidFill>
              </a:defRPr>
            </a:lvl1pPr>
          </a:lstStyle>
          <a:p>
            <a:r>
              <a:t>Source: Edit source here</a:t>
            </a:r>
          </a:p>
        </p:txBody>
      </p:sp>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3-5_Title and Content">
    <p:bg>
      <p:bgPr>
        <a:solidFill>
          <a:srgbClr val="F3F3F3"/>
        </a:solidFill>
        <a:effectLst/>
      </p:bgPr>
    </p:bg>
    <p:spTree>
      <p:nvGrpSpPr>
        <p:cNvPr id="1" name=""/>
        <p:cNvGrpSpPr/>
        <p:nvPr/>
      </p:nvGrpSpPr>
      <p:grpSpPr>
        <a:xfrm>
          <a:off x="0" y="0"/>
          <a:ext cx="0" cy="0"/>
          <a:chOff x="0" y="0"/>
          <a:chExt cx="0" cy="0"/>
        </a:xfrm>
      </p:grpSpPr>
      <p:pic>
        <p:nvPicPr>
          <p:cNvPr id="73"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76" name="Group 8"/>
          <p:cNvGrpSpPr/>
          <p:nvPr/>
        </p:nvGrpSpPr>
        <p:grpSpPr>
          <a:xfrm>
            <a:off x="761997" y="6611449"/>
            <a:ext cx="2261131" cy="127001"/>
            <a:chOff x="-1" y="0"/>
            <a:chExt cx="2261130" cy="127000"/>
          </a:xfrm>
        </p:grpSpPr>
        <p:sp>
          <p:nvSpPr>
            <p:cNvPr id="74"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75"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77"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78" name="Click to edit Master title style"/>
          <p:cNvSpPr txBox="1">
            <a:spLocks noGrp="1"/>
          </p:cNvSpPr>
          <p:nvPr>
            <p:ph type="title" hasCustomPrompt="1"/>
          </p:nvPr>
        </p:nvSpPr>
        <p:spPr>
          <a:prstGeom prst="rect">
            <a:avLst/>
          </a:prstGeom>
        </p:spPr>
        <p:txBody>
          <a:bodyPr/>
          <a:lstStyle>
            <a:lvl1pPr>
              <a:defRPr>
                <a:solidFill>
                  <a:srgbClr val="000000"/>
                </a:solidFill>
              </a:defRPr>
            </a:lvl1pPr>
          </a:lstStyle>
          <a:p>
            <a:r>
              <a:t>Click to edit Master title style</a:t>
            </a:r>
          </a:p>
        </p:txBody>
      </p:sp>
      <p:sp>
        <p:nvSpPr>
          <p:cNvPr id="79" name="Body Level One…"/>
          <p:cNvSpPr txBox="1">
            <a:spLocks noGrp="1"/>
          </p:cNvSpPr>
          <p:nvPr>
            <p:ph type="body" sz="half"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80" name="Text Placeholder 4"/>
          <p:cNvSpPr>
            <a:spLocks noGrp="1"/>
          </p:cNvSpPr>
          <p:nvPr>
            <p:ph type="body" sz="quarter" idx="21"/>
          </p:nvPr>
        </p:nvSpPr>
        <p:spPr>
          <a:xfrm>
            <a:off x="381000" y="220979"/>
            <a:ext cx="5486400" cy="228601"/>
          </a:xfrm>
          <a:prstGeom prst="rect">
            <a:avLst/>
          </a:prstGeom>
        </p:spPr>
        <p:txBody>
          <a:bodyPr/>
          <a:lstStyle/>
          <a:p>
            <a:endParaRPr/>
          </a:p>
        </p:txBody>
      </p:sp>
      <p:sp>
        <p:nvSpPr>
          <p:cNvPr id="81" name="Text Placeholder 23"/>
          <p:cNvSpPr>
            <a:spLocks noGrp="1"/>
          </p:cNvSpPr>
          <p:nvPr>
            <p:ph type="body" sz="quarter" idx="22" hasCustomPrompt="1"/>
          </p:nvPr>
        </p:nvSpPr>
        <p:spPr>
          <a:xfrm>
            <a:off x="381000" y="6118859"/>
            <a:ext cx="5562600" cy="381003"/>
          </a:xfrm>
          <a:prstGeom prst="rect">
            <a:avLst/>
          </a:prstGeom>
        </p:spPr>
        <p:txBody>
          <a:bodyPr anchor="b"/>
          <a:lstStyle>
            <a:lvl1pPr>
              <a:defRPr sz="600">
                <a:solidFill>
                  <a:srgbClr val="000000">
                    <a:alpha val="70000"/>
                  </a:srgbClr>
                </a:solidFill>
              </a:defRPr>
            </a:lvl1pPr>
          </a:lstStyle>
          <a:p>
            <a:r>
              <a:t>Source: Edit source here</a:t>
            </a:r>
          </a:p>
        </p:txBody>
      </p:sp>
      <p:sp>
        <p:nvSpPr>
          <p:cNvPr id="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3-6_Title and Content">
    <p:bg>
      <p:bgPr>
        <a:solidFill>
          <a:srgbClr val="F3F3F3"/>
        </a:solidFill>
        <a:effectLst/>
      </p:bgPr>
    </p:bg>
    <p:spTree>
      <p:nvGrpSpPr>
        <p:cNvPr id="1" name=""/>
        <p:cNvGrpSpPr/>
        <p:nvPr/>
      </p:nvGrpSpPr>
      <p:grpSpPr>
        <a:xfrm>
          <a:off x="0" y="0"/>
          <a:ext cx="0" cy="0"/>
          <a:chOff x="0" y="0"/>
          <a:chExt cx="0" cy="0"/>
        </a:xfrm>
      </p:grpSpPr>
      <p:pic>
        <p:nvPicPr>
          <p:cNvPr id="89"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92" name="Group 8"/>
          <p:cNvGrpSpPr/>
          <p:nvPr/>
        </p:nvGrpSpPr>
        <p:grpSpPr>
          <a:xfrm>
            <a:off x="761997" y="6611449"/>
            <a:ext cx="2261131" cy="127001"/>
            <a:chOff x="-1" y="0"/>
            <a:chExt cx="2261130" cy="127000"/>
          </a:xfrm>
        </p:grpSpPr>
        <p:sp>
          <p:nvSpPr>
            <p:cNvPr id="90"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91"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93"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94" name="Click to edit Master title style"/>
          <p:cNvSpPr txBox="1">
            <a:spLocks noGrp="1"/>
          </p:cNvSpPr>
          <p:nvPr>
            <p:ph type="title" hasCustomPrompt="1"/>
          </p:nvPr>
        </p:nvSpPr>
        <p:spPr>
          <a:prstGeom prst="rect">
            <a:avLst/>
          </a:prstGeom>
        </p:spPr>
        <p:txBody>
          <a:bodyPr/>
          <a:lstStyle>
            <a:lvl1pPr>
              <a:defRPr>
                <a:solidFill>
                  <a:srgbClr val="000000"/>
                </a:solidFill>
              </a:defRPr>
            </a:lvl1pPr>
          </a:lstStyle>
          <a:p>
            <a:r>
              <a:t>Click to edit Master title style</a:t>
            </a:r>
          </a:p>
        </p:txBody>
      </p:sp>
      <p:sp>
        <p:nvSpPr>
          <p:cNvPr id="95" name="Body Level One…"/>
          <p:cNvSpPr txBox="1">
            <a:spLocks noGrp="1"/>
          </p:cNvSpPr>
          <p:nvPr>
            <p:ph type="body" sz="quarter" idx="1"/>
          </p:nvPr>
        </p:nvSpPr>
        <p:spPr>
          <a:xfrm>
            <a:off x="381000" y="1714500"/>
            <a:ext cx="2476500" cy="43815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6" name="Text Placeholder 4"/>
          <p:cNvSpPr>
            <a:spLocks noGrp="1"/>
          </p:cNvSpPr>
          <p:nvPr>
            <p:ph type="body" sz="quarter" idx="21"/>
          </p:nvPr>
        </p:nvSpPr>
        <p:spPr>
          <a:xfrm>
            <a:off x="381000" y="220979"/>
            <a:ext cx="5486400" cy="228601"/>
          </a:xfrm>
          <a:prstGeom prst="rect">
            <a:avLst/>
          </a:prstGeom>
        </p:spPr>
        <p:txBody>
          <a:bodyPr/>
          <a:lstStyle/>
          <a:p>
            <a:endParaRPr/>
          </a:p>
        </p:txBody>
      </p:sp>
      <p:sp>
        <p:nvSpPr>
          <p:cNvPr id="97" name="Text Placeholder 23"/>
          <p:cNvSpPr>
            <a:spLocks noGrp="1"/>
          </p:cNvSpPr>
          <p:nvPr>
            <p:ph type="body" sz="quarter" idx="22" hasCustomPrompt="1"/>
          </p:nvPr>
        </p:nvSpPr>
        <p:spPr>
          <a:xfrm>
            <a:off x="381000" y="6118859"/>
            <a:ext cx="5524500" cy="381003"/>
          </a:xfrm>
          <a:prstGeom prst="rect">
            <a:avLst/>
          </a:prstGeom>
        </p:spPr>
        <p:txBody>
          <a:bodyPr anchor="b"/>
          <a:lstStyle>
            <a:lvl1pPr>
              <a:defRPr sz="600">
                <a:solidFill>
                  <a:srgbClr val="000000">
                    <a:alpha val="70000"/>
                  </a:srgbClr>
                </a:solidFill>
              </a:defRPr>
            </a:lvl1pPr>
          </a:lstStyle>
          <a:p>
            <a:r>
              <a:t>Source: Edit source here</a:t>
            </a:r>
          </a:p>
        </p:txBody>
      </p:sp>
      <p:sp>
        <p:nvSpPr>
          <p:cNvPr id="9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3-7_Title and Content">
    <p:spTree>
      <p:nvGrpSpPr>
        <p:cNvPr id="1" name=""/>
        <p:cNvGrpSpPr/>
        <p:nvPr/>
      </p:nvGrpSpPr>
      <p:grpSpPr>
        <a:xfrm>
          <a:off x="0" y="0"/>
          <a:ext cx="0" cy="0"/>
          <a:chOff x="0" y="0"/>
          <a:chExt cx="0" cy="0"/>
        </a:xfrm>
      </p:grpSpPr>
      <p:pic>
        <p:nvPicPr>
          <p:cNvPr id="105"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108" name="Group 8"/>
          <p:cNvGrpSpPr/>
          <p:nvPr/>
        </p:nvGrpSpPr>
        <p:grpSpPr>
          <a:xfrm>
            <a:off x="761997" y="6611449"/>
            <a:ext cx="2261131" cy="127001"/>
            <a:chOff x="-1" y="0"/>
            <a:chExt cx="2261130" cy="127000"/>
          </a:xfrm>
        </p:grpSpPr>
        <p:sp>
          <p:nvSpPr>
            <p:cNvPr id="106"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107"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109"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110" name="Rectangle 3"/>
          <p:cNvSpPr/>
          <p:nvPr/>
        </p:nvSpPr>
        <p:spPr>
          <a:xfrm>
            <a:off x="3048000" y="0"/>
            <a:ext cx="9144000" cy="6858000"/>
          </a:xfrm>
          <a:prstGeom prst="rect">
            <a:avLst/>
          </a:prstGeom>
          <a:solidFill>
            <a:srgbClr val="F3F3F3"/>
          </a:solidFill>
          <a:ln w="12700">
            <a:miter lim="400000"/>
          </a:ln>
        </p:spPr>
        <p:txBody>
          <a:bodyPr lIns="45718" tIns="45718" rIns="45718" bIns="45718" anchor="ctr"/>
          <a:lstStyle/>
          <a:p>
            <a:pPr algn="ctr">
              <a:defRPr sz="1500">
                <a:solidFill>
                  <a:srgbClr val="051243"/>
                </a:solidFill>
                <a:latin typeface="Arial"/>
                <a:ea typeface="Arial"/>
                <a:cs typeface="Arial"/>
                <a:sym typeface="Arial"/>
              </a:defRPr>
            </a:pPr>
            <a:endParaRPr/>
          </a:p>
        </p:txBody>
      </p:sp>
      <p:sp>
        <p:nvSpPr>
          <p:cNvPr id="111" name="Title Text"/>
          <p:cNvSpPr txBox="1">
            <a:spLocks noGrp="1"/>
          </p:cNvSpPr>
          <p:nvPr>
            <p:ph type="title"/>
          </p:nvPr>
        </p:nvSpPr>
        <p:spPr>
          <a:xfrm>
            <a:off x="381000" y="1714500"/>
            <a:ext cx="2476500" cy="3048000"/>
          </a:xfrm>
          <a:prstGeom prst="rect">
            <a:avLst/>
          </a:prstGeom>
        </p:spPr>
        <p:txBody>
          <a:bodyPr/>
          <a:lstStyle>
            <a:lvl1pPr>
              <a:defRPr>
                <a:solidFill>
                  <a:srgbClr val="000000"/>
                </a:solidFill>
              </a:defRPr>
            </a:lvl1pPr>
          </a:lstStyle>
          <a:p>
            <a:r>
              <a:t>Title Text</a:t>
            </a:r>
          </a:p>
        </p:txBody>
      </p:sp>
      <p:sp>
        <p:nvSpPr>
          <p:cNvPr id="112" name="Body Level One…"/>
          <p:cNvSpPr txBox="1">
            <a:spLocks noGrp="1"/>
          </p:cNvSpPr>
          <p:nvPr>
            <p:ph type="body" sz="quarter" idx="1"/>
          </p:nvPr>
        </p:nvSpPr>
        <p:spPr>
          <a:xfrm>
            <a:off x="381000" y="220979"/>
            <a:ext cx="2476500" cy="685802"/>
          </a:xfrm>
          <a:prstGeom prst="rect">
            <a:avLst/>
          </a:prstGeom>
        </p:spPr>
        <p:txBody>
          <a:bodyPr/>
          <a:lstStyle>
            <a:lvl1pPr>
              <a:defRPr sz="1300">
                <a:solidFill>
                  <a:schemeClr val="accent1"/>
                </a:solidFill>
              </a:defRPr>
            </a:lvl1pPr>
            <a:lvl2pPr>
              <a:defRPr sz="1300">
                <a:solidFill>
                  <a:schemeClr val="accent1"/>
                </a:solidFill>
              </a:defRPr>
            </a:lvl2pPr>
            <a:lvl3pPr marL="380982">
              <a:defRPr sz="1300">
                <a:solidFill>
                  <a:schemeClr val="accent1"/>
                </a:solidFill>
              </a:defRPr>
            </a:lvl3pPr>
            <a:lvl4pPr>
              <a:defRPr sz="1300">
                <a:solidFill>
                  <a:schemeClr val="accent1"/>
                </a:solidFill>
              </a:defRPr>
            </a:lvl4pPr>
            <a:lvl5pPr marL="726251" indent="-154773">
              <a:defRPr sz="1300">
                <a:solidFill>
                  <a:schemeClr val="accent1"/>
                </a:solidFill>
              </a:defRPr>
            </a:lvl5pPr>
          </a:lstStyle>
          <a:p>
            <a:r>
              <a:t>Body Level One</a:t>
            </a:r>
          </a:p>
          <a:p>
            <a:pPr lvl="1"/>
            <a:r>
              <a:t>Body Level Two</a:t>
            </a:r>
          </a:p>
          <a:p>
            <a:pPr lvl="2"/>
            <a:r>
              <a:t>Body Level Three</a:t>
            </a:r>
          </a:p>
          <a:p>
            <a:pPr lvl="3"/>
            <a:r>
              <a:t>Body Level Four</a:t>
            </a:r>
          </a:p>
          <a:p>
            <a:pPr lvl="4"/>
            <a:r>
              <a:t>Body Level Five</a:t>
            </a:r>
          </a:p>
        </p:txBody>
      </p:sp>
      <p:pic>
        <p:nvPicPr>
          <p:cNvPr id="113" name="Picture 7" descr="Picture 7"/>
          <p:cNvPicPr>
            <a:picLocks noChangeAspect="1"/>
          </p:cNvPicPr>
          <p:nvPr/>
        </p:nvPicPr>
        <p:blipFill>
          <a:blip r:embed="rId2"/>
          <a:stretch>
            <a:fillRect/>
          </a:stretch>
        </p:blipFill>
        <p:spPr>
          <a:xfrm>
            <a:off x="11339020" y="6515113"/>
            <a:ext cx="471768" cy="190503"/>
          </a:xfrm>
          <a:prstGeom prst="rect">
            <a:avLst/>
          </a:prstGeom>
          <a:ln w="12700">
            <a:miter lim="400000"/>
          </a:ln>
        </p:spPr>
      </p:pic>
      <p:sp>
        <p:nvSpPr>
          <p:cNvPr id="114" name="Text Placeholder 23"/>
          <p:cNvSpPr>
            <a:spLocks noGrp="1"/>
          </p:cNvSpPr>
          <p:nvPr>
            <p:ph type="body" sz="quarter" idx="21" hasCustomPrompt="1"/>
          </p:nvPr>
        </p:nvSpPr>
        <p:spPr>
          <a:xfrm>
            <a:off x="381000" y="6095999"/>
            <a:ext cx="2514601" cy="403864"/>
          </a:xfrm>
          <a:prstGeom prst="rect">
            <a:avLst/>
          </a:prstGeom>
        </p:spPr>
        <p:txBody>
          <a:bodyPr anchor="b"/>
          <a:lstStyle>
            <a:lvl1pPr>
              <a:defRPr sz="600">
                <a:solidFill>
                  <a:srgbClr val="000000">
                    <a:alpha val="70000"/>
                  </a:srgbClr>
                </a:solidFill>
              </a:defRPr>
            </a:lvl1pPr>
          </a:lstStyle>
          <a:p>
            <a:r>
              <a:t>Source: Edit source here</a:t>
            </a:r>
          </a:p>
        </p:txBody>
      </p:sp>
      <p:sp>
        <p:nvSpPr>
          <p:cNvPr id="115"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1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3-8_Title and Content">
    <p:spTree>
      <p:nvGrpSpPr>
        <p:cNvPr id="1" name=""/>
        <p:cNvGrpSpPr/>
        <p:nvPr/>
      </p:nvGrpSpPr>
      <p:grpSpPr>
        <a:xfrm>
          <a:off x="0" y="0"/>
          <a:ext cx="0" cy="0"/>
          <a:chOff x="0" y="0"/>
          <a:chExt cx="0" cy="0"/>
        </a:xfrm>
      </p:grpSpPr>
      <p:pic>
        <p:nvPicPr>
          <p:cNvPr id="123"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126" name="Group 8"/>
          <p:cNvGrpSpPr/>
          <p:nvPr/>
        </p:nvGrpSpPr>
        <p:grpSpPr>
          <a:xfrm>
            <a:off x="761997" y="6611449"/>
            <a:ext cx="2261131" cy="127001"/>
            <a:chOff x="-1" y="0"/>
            <a:chExt cx="2261130" cy="127000"/>
          </a:xfrm>
        </p:grpSpPr>
        <p:sp>
          <p:nvSpPr>
            <p:cNvPr id="124"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125"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127"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128" name="Rectangle 3"/>
          <p:cNvSpPr/>
          <p:nvPr/>
        </p:nvSpPr>
        <p:spPr>
          <a:xfrm flipH="1">
            <a:off x="0" y="0"/>
            <a:ext cx="3048000" cy="6858000"/>
          </a:xfrm>
          <a:prstGeom prst="rect">
            <a:avLst/>
          </a:prstGeom>
          <a:solidFill>
            <a:srgbClr val="FFFFFF"/>
          </a:solidFill>
          <a:ln w="12700">
            <a:miter lim="400000"/>
          </a:ln>
        </p:spPr>
        <p:txBody>
          <a:bodyPr lIns="45718" tIns="45718" rIns="45718" bIns="45718" anchor="ctr"/>
          <a:lstStyle/>
          <a:p>
            <a:pPr algn="ctr">
              <a:defRPr sz="1500">
                <a:solidFill>
                  <a:srgbClr val="051243"/>
                </a:solidFill>
                <a:latin typeface="Arial"/>
                <a:ea typeface="Arial"/>
                <a:cs typeface="Arial"/>
                <a:sym typeface="Arial"/>
              </a:defRPr>
            </a:pPr>
            <a:endParaRPr/>
          </a:p>
        </p:txBody>
      </p:sp>
      <p:sp>
        <p:nvSpPr>
          <p:cNvPr id="129" name="Title Text"/>
          <p:cNvSpPr txBox="1">
            <a:spLocks noGrp="1"/>
          </p:cNvSpPr>
          <p:nvPr>
            <p:ph type="title"/>
          </p:nvPr>
        </p:nvSpPr>
        <p:spPr>
          <a:xfrm>
            <a:off x="381000" y="1714500"/>
            <a:ext cx="2476500" cy="3048000"/>
          </a:xfrm>
          <a:prstGeom prst="rect">
            <a:avLst/>
          </a:prstGeom>
        </p:spPr>
        <p:txBody>
          <a:bodyPr/>
          <a:lstStyle>
            <a:lvl1pPr>
              <a:defRPr>
                <a:solidFill>
                  <a:srgbClr val="000000"/>
                </a:solidFill>
              </a:defRPr>
            </a:lvl1pPr>
          </a:lstStyle>
          <a:p>
            <a:r>
              <a:t>Title Text</a:t>
            </a:r>
          </a:p>
        </p:txBody>
      </p:sp>
      <p:sp>
        <p:nvSpPr>
          <p:cNvPr id="130" name="Body Level One…"/>
          <p:cNvSpPr txBox="1">
            <a:spLocks noGrp="1"/>
          </p:cNvSpPr>
          <p:nvPr>
            <p:ph type="body" sz="quarter" idx="1"/>
          </p:nvPr>
        </p:nvSpPr>
        <p:spPr>
          <a:xfrm>
            <a:off x="381000" y="220979"/>
            <a:ext cx="2476500" cy="685802"/>
          </a:xfrm>
          <a:prstGeom prst="rect">
            <a:avLst/>
          </a:prstGeom>
        </p:spPr>
        <p:txBody>
          <a:bodyPr/>
          <a:lstStyle>
            <a:lvl1pPr>
              <a:defRPr sz="1300">
                <a:solidFill>
                  <a:schemeClr val="accent1"/>
                </a:solidFill>
              </a:defRPr>
            </a:lvl1pPr>
            <a:lvl2pPr>
              <a:defRPr sz="1300">
                <a:solidFill>
                  <a:schemeClr val="accent1"/>
                </a:solidFill>
              </a:defRPr>
            </a:lvl2pPr>
            <a:lvl3pPr marL="380982">
              <a:defRPr sz="1300">
                <a:solidFill>
                  <a:schemeClr val="accent1"/>
                </a:solidFill>
              </a:defRPr>
            </a:lvl3pPr>
            <a:lvl4pPr>
              <a:defRPr sz="1300">
                <a:solidFill>
                  <a:schemeClr val="accent1"/>
                </a:solidFill>
              </a:defRPr>
            </a:lvl4pPr>
            <a:lvl5pPr marL="726251" indent="-154773">
              <a:defRPr sz="1300">
                <a:solidFill>
                  <a:schemeClr val="accent1"/>
                </a:solidFill>
              </a:defRPr>
            </a:lvl5pPr>
          </a:lstStyle>
          <a:p>
            <a:r>
              <a:t>Body Level One</a:t>
            </a:r>
          </a:p>
          <a:p>
            <a:pPr lvl="1"/>
            <a:r>
              <a:t>Body Level Two</a:t>
            </a:r>
          </a:p>
          <a:p>
            <a:pPr lvl="2"/>
            <a:r>
              <a:t>Body Level Three</a:t>
            </a:r>
          </a:p>
          <a:p>
            <a:pPr lvl="3"/>
            <a:r>
              <a:t>Body Level Four</a:t>
            </a:r>
          </a:p>
          <a:p>
            <a:pPr lvl="4"/>
            <a:r>
              <a:t>Body Level Five</a:t>
            </a:r>
          </a:p>
        </p:txBody>
      </p:sp>
      <p:sp>
        <p:nvSpPr>
          <p:cNvPr id="131" name="Text Placeholder 23"/>
          <p:cNvSpPr>
            <a:spLocks noGrp="1"/>
          </p:cNvSpPr>
          <p:nvPr>
            <p:ph type="body" sz="quarter" idx="21" hasCustomPrompt="1"/>
          </p:nvPr>
        </p:nvSpPr>
        <p:spPr>
          <a:xfrm>
            <a:off x="381000" y="6095999"/>
            <a:ext cx="2514601" cy="403864"/>
          </a:xfrm>
          <a:prstGeom prst="rect">
            <a:avLst/>
          </a:prstGeom>
        </p:spPr>
        <p:txBody>
          <a:bodyPr anchor="b"/>
          <a:lstStyle>
            <a:lvl1pPr>
              <a:defRPr sz="600">
                <a:solidFill>
                  <a:srgbClr val="000000">
                    <a:alpha val="70000"/>
                  </a:srgbClr>
                </a:solidFill>
              </a:defRPr>
            </a:lvl1pPr>
          </a:lstStyle>
          <a:p>
            <a:r>
              <a:t>Source: Edit source here</a:t>
            </a:r>
          </a:p>
        </p:txBody>
      </p:sp>
      <p:grpSp>
        <p:nvGrpSpPr>
          <p:cNvPr id="134" name="Group 11"/>
          <p:cNvGrpSpPr/>
          <p:nvPr/>
        </p:nvGrpSpPr>
        <p:grpSpPr>
          <a:xfrm>
            <a:off x="762000" y="6611449"/>
            <a:ext cx="1903679" cy="127001"/>
            <a:chOff x="0" y="0"/>
            <a:chExt cx="1903678" cy="127000"/>
          </a:xfrm>
        </p:grpSpPr>
        <p:sp>
          <p:nvSpPr>
            <p:cNvPr id="132" name="Footer Placeholder 3"/>
            <p:cNvSpPr txBox="1"/>
            <p:nvPr/>
          </p:nvSpPr>
          <p:spPr>
            <a:xfrm>
              <a:off x="0" y="-1"/>
              <a:ext cx="1903679"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133" name="Date Placeholder 2"/>
            <p:cNvSpPr txBox="1"/>
            <p:nvPr/>
          </p:nvSpPr>
          <p:spPr>
            <a:xfrm>
              <a:off x="1118125" y="-1"/>
              <a:ext cx="721788"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1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3-9_Title and Content">
    <p:spTree>
      <p:nvGrpSpPr>
        <p:cNvPr id="1" name=""/>
        <p:cNvGrpSpPr/>
        <p:nvPr/>
      </p:nvGrpSpPr>
      <p:grpSpPr>
        <a:xfrm>
          <a:off x="0" y="0"/>
          <a:ext cx="0" cy="0"/>
          <a:chOff x="0" y="0"/>
          <a:chExt cx="0" cy="0"/>
        </a:xfrm>
      </p:grpSpPr>
      <p:pic>
        <p:nvPicPr>
          <p:cNvPr id="142"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145" name="Group 8"/>
          <p:cNvGrpSpPr/>
          <p:nvPr/>
        </p:nvGrpSpPr>
        <p:grpSpPr>
          <a:xfrm>
            <a:off x="761997" y="6611449"/>
            <a:ext cx="2261131" cy="127001"/>
            <a:chOff x="-1" y="0"/>
            <a:chExt cx="2261130" cy="127000"/>
          </a:xfrm>
        </p:grpSpPr>
        <p:sp>
          <p:nvSpPr>
            <p:cNvPr id="143"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144"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146"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147" name="Rectangle 3"/>
          <p:cNvSpPr/>
          <p:nvPr/>
        </p:nvSpPr>
        <p:spPr>
          <a:xfrm flipH="1">
            <a:off x="0" y="0"/>
            <a:ext cx="3048000" cy="6858000"/>
          </a:xfrm>
          <a:prstGeom prst="rect">
            <a:avLst/>
          </a:prstGeom>
          <a:solidFill>
            <a:srgbClr val="F3F3F3"/>
          </a:solidFill>
          <a:ln w="12700">
            <a:miter lim="400000"/>
          </a:ln>
        </p:spPr>
        <p:txBody>
          <a:bodyPr lIns="45718" tIns="45718" rIns="45718" bIns="45718" anchor="ctr"/>
          <a:lstStyle/>
          <a:p>
            <a:pPr algn="ctr">
              <a:defRPr sz="1500">
                <a:solidFill>
                  <a:srgbClr val="051243"/>
                </a:solidFill>
                <a:latin typeface="Arial"/>
                <a:ea typeface="Arial"/>
                <a:cs typeface="Arial"/>
                <a:sym typeface="Arial"/>
              </a:defRPr>
            </a:pPr>
            <a:endParaRPr/>
          </a:p>
        </p:txBody>
      </p:sp>
      <p:sp>
        <p:nvSpPr>
          <p:cNvPr id="148" name="Title Text"/>
          <p:cNvSpPr txBox="1">
            <a:spLocks noGrp="1"/>
          </p:cNvSpPr>
          <p:nvPr>
            <p:ph type="title"/>
          </p:nvPr>
        </p:nvSpPr>
        <p:spPr>
          <a:xfrm>
            <a:off x="381000" y="1714500"/>
            <a:ext cx="2476500" cy="3048000"/>
          </a:xfrm>
          <a:prstGeom prst="rect">
            <a:avLst/>
          </a:prstGeom>
        </p:spPr>
        <p:txBody>
          <a:bodyPr/>
          <a:lstStyle>
            <a:lvl1pPr>
              <a:defRPr>
                <a:solidFill>
                  <a:srgbClr val="000000"/>
                </a:solidFill>
              </a:defRPr>
            </a:lvl1pPr>
          </a:lstStyle>
          <a:p>
            <a:r>
              <a:t>Title Text</a:t>
            </a:r>
          </a:p>
        </p:txBody>
      </p:sp>
      <p:sp>
        <p:nvSpPr>
          <p:cNvPr id="149" name="Body Level One…"/>
          <p:cNvSpPr txBox="1">
            <a:spLocks noGrp="1"/>
          </p:cNvSpPr>
          <p:nvPr>
            <p:ph type="body" sz="quarter" idx="1"/>
          </p:nvPr>
        </p:nvSpPr>
        <p:spPr>
          <a:xfrm>
            <a:off x="381000" y="220979"/>
            <a:ext cx="2476500" cy="685802"/>
          </a:xfrm>
          <a:prstGeom prst="rect">
            <a:avLst/>
          </a:prstGeom>
        </p:spPr>
        <p:txBody>
          <a:bodyPr/>
          <a:lstStyle>
            <a:lvl1pPr>
              <a:defRPr sz="1300">
                <a:solidFill>
                  <a:schemeClr val="accent1"/>
                </a:solidFill>
              </a:defRPr>
            </a:lvl1pPr>
            <a:lvl2pPr>
              <a:defRPr sz="1300">
                <a:solidFill>
                  <a:schemeClr val="accent1"/>
                </a:solidFill>
              </a:defRPr>
            </a:lvl2pPr>
            <a:lvl3pPr marL="380982">
              <a:defRPr sz="1300">
                <a:solidFill>
                  <a:schemeClr val="accent1"/>
                </a:solidFill>
              </a:defRPr>
            </a:lvl3pPr>
            <a:lvl4pPr>
              <a:defRPr sz="1300">
                <a:solidFill>
                  <a:schemeClr val="accent1"/>
                </a:solidFill>
              </a:defRPr>
            </a:lvl4pPr>
            <a:lvl5pPr marL="726251" indent="-154773">
              <a:defRPr sz="1300">
                <a:solidFill>
                  <a:schemeClr val="accent1"/>
                </a:solidFill>
              </a:defRPr>
            </a:lvl5pPr>
          </a:lstStyle>
          <a:p>
            <a:r>
              <a:t>Body Level One</a:t>
            </a:r>
          </a:p>
          <a:p>
            <a:pPr lvl="1"/>
            <a:r>
              <a:t>Body Level Two</a:t>
            </a:r>
          </a:p>
          <a:p>
            <a:pPr lvl="2"/>
            <a:r>
              <a:t>Body Level Three</a:t>
            </a:r>
          </a:p>
          <a:p>
            <a:pPr lvl="3"/>
            <a:r>
              <a:t>Body Level Four</a:t>
            </a:r>
          </a:p>
          <a:p>
            <a:pPr lvl="4"/>
            <a:r>
              <a:t>Body Level Five</a:t>
            </a:r>
          </a:p>
        </p:txBody>
      </p:sp>
      <p:sp>
        <p:nvSpPr>
          <p:cNvPr id="150" name="Text Placeholder 23"/>
          <p:cNvSpPr>
            <a:spLocks noGrp="1"/>
          </p:cNvSpPr>
          <p:nvPr>
            <p:ph type="body" sz="quarter" idx="21" hasCustomPrompt="1"/>
          </p:nvPr>
        </p:nvSpPr>
        <p:spPr>
          <a:xfrm>
            <a:off x="381000" y="6095999"/>
            <a:ext cx="2514601" cy="403864"/>
          </a:xfrm>
          <a:prstGeom prst="rect">
            <a:avLst/>
          </a:prstGeom>
        </p:spPr>
        <p:txBody>
          <a:bodyPr anchor="b"/>
          <a:lstStyle>
            <a:lvl1pPr>
              <a:defRPr sz="600">
                <a:solidFill>
                  <a:srgbClr val="000000">
                    <a:alpha val="70000"/>
                  </a:srgbClr>
                </a:solidFill>
              </a:defRPr>
            </a:lvl1pPr>
          </a:lstStyle>
          <a:p>
            <a:r>
              <a:t>Source: Edit source here</a:t>
            </a:r>
          </a:p>
        </p:txBody>
      </p:sp>
      <p:grpSp>
        <p:nvGrpSpPr>
          <p:cNvPr id="153" name="Group 12"/>
          <p:cNvGrpSpPr/>
          <p:nvPr/>
        </p:nvGrpSpPr>
        <p:grpSpPr>
          <a:xfrm>
            <a:off x="761997" y="6611449"/>
            <a:ext cx="2261131" cy="127001"/>
            <a:chOff x="-1" y="0"/>
            <a:chExt cx="2261130" cy="127000"/>
          </a:xfrm>
        </p:grpSpPr>
        <p:sp>
          <p:nvSpPr>
            <p:cNvPr id="151"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152"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1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3-10_Title and Content">
    <p:spTree>
      <p:nvGrpSpPr>
        <p:cNvPr id="1" name=""/>
        <p:cNvGrpSpPr/>
        <p:nvPr/>
      </p:nvGrpSpPr>
      <p:grpSpPr>
        <a:xfrm>
          <a:off x="0" y="0"/>
          <a:ext cx="0" cy="0"/>
          <a:chOff x="0" y="0"/>
          <a:chExt cx="0" cy="0"/>
        </a:xfrm>
      </p:grpSpPr>
      <p:pic>
        <p:nvPicPr>
          <p:cNvPr id="161"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164" name="Group 8"/>
          <p:cNvGrpSpPr/>
          <p:nvPr/>
        </p:nvGrpSpPr>
        <p:grpSpPr>
          <a:xfrm>
            <a:off x="761997" y="6611449"/>
            <a:ext cx="2261131" cy="127001"/>
            <a:chOff x="-1" y="0"/>
            <a:chExt cx="2261130" cy="127000"/>
          </a:xfrm>
        </p:grpSpPr>
        <p:sp>
          <p:nvSpPr>
            <p:cNvPr id="162"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163"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165"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166" name="Rectangle 3"/>
          <p:cNvSpPr/>
          <p:nvPr/>
        </p:nvSpPr>
        <p:spPr>
          <a:xfrm>
            <a:off x="6096000" y="0"/>
            <a:ext cx="6096000" cy="6858000"/>
          </a:xfrm>
          <a:prstGeom prst="rect">
            <a:avLst/>
          </a:prstGeom>
          <a:solidFill>
            <a:srgbClr val="F3F3F3"/>
          </a:solidFill>
          <a:ln w="12700">
            <a:miter lim="400000"/>
          </a:ln>
        </p:spPr>
        <p:txBody>
          <a:bodyPr lIns="45718" tIns="45718" rIns="45718" bIns="45718" anchor="ctr"/>
          <a:lstStyle/>
          <a:p>
            <a:pPr algn="ctr">
              <a:defRPr sz="1500">
                <a:solidFill>
                  <a:srgbClr val="051243"/>
                </a:solidFill>
                <a:latin typeface="Arial"/>
                <a:ea typeface="Arial"/>
                <a:cs typeface="Arial"/>
                <a:sym typeface="Arial"/>
              </a:defRPr>
            </a:pPr>
            <a:endParaRPr/>
          </a:p>
        </p:txBody>
      </p:sp>
      <p:sp>
        <p:nvSpPr>
          <p:cNvPr id="167" name="Title Text"/>
          <p:cNvSpPr txBox="1">
            <a:spLocks noGrp="1"/>
          </p:cNvSpPr>
          <p:nvPr>
            <p:ph type="title"/>
          </p:nvPr>
        </p:nvSpPr>
        <p:spPr>
          <a:xfrm>
            <a:off x="381000" y="571500"/>
            <a:ext cx="5486400" cy="952500"/>
          </a:xfrm>
          <a:prstGeom prst="rect">
            <a:avLst/>
          </a:prstGeom>
        </p:spPr>
        <p:txBody>
          <a:bodyPr/>
          <a:lstStyle>
            <a:lvl1pPr>
              <a:defRPr>
                <a:solidFill>
                  <a:srgbClr val="000000"/>
                </a:solidFill>
              </a:defRPr>
            </a:lvl1pPr>
          </a:lstStyle>
          <a:p>
            <a:r>
              <a:t>Title Text</a:t>
            </a:r>
          </a:p>
        </p:txBody>
      </p:sp>
      <p:sp>
        <p:nvSpPr>
          <p:cNvPr id="168" name="Body Level One…"/>
          <p:cNvSpPr txBox="1">
            <a:spLocks noGrp="1"/>
          </p:cNvSpPr>
          <p:nvPr>
            <p:ph type="body" sz="half" idx="1"/>
          </p:nvPr>
        </p:nvSpPr>
        <p:spPr>
          <a:xfrm>
            <a:off x="381000" y="1714500"/>
            <a:ext cx="5486400" cy="43815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pic>
        <p:nvPicPr>
          <p:cNvPr id="169" name="Picture 7" descr="Picture 7"/>
          <p:cNvPicPr>
            <a:picLocks noChangeAspect="1"/>
          </p:cNvPicPr>
          <p:nvPr/>
        </p:nvPicPr>
        <p:blipFill>
          <a:blip r:embed="rId2"/>
          <a:stretch>
            <a:fillRect/>
          </a:stretch>
        </p:blipFill>
        <p:spPr>
          <a:xfrm>
            <a:off x="11339020" y="6515113"/>
            <a:ext cx="471768" cy="190503"/>
          </a:xfrm>
          <a:prstGeom prst="rect">
            <a:avLst/>
          </a:prstGeom>
          <a:ln w="12700">
            <a:miter lim="400000"/>
          </a:ln>
        </p:spPr>
      </p:pic>
      <p:sp>
        <p:nvSpPr>
          <p:cNvPr id="170" name="Text Placeholder 23"/>
          <p:cNvSpPr>
            <a:spLocks noGrp="1"/>
          </p:cNvSpPr>
          <p:nvPr>
            <p:ph type="body" sz="quarter" idx="21" hasCustomPrompt="1"/>
          </p:nvPr>
        </p:nvSpPr>
        <p:spPr>
          <a:xfrm>
            <a:off x="381000" y="6118859"/>
            <a:ext cx="5562600" cy="381003"/>
          </a:xfrm>
          <a:prstGeom prst="rect">
            <a:avLst/>
          </a:prstGeom>
        </p:spPr>
        <p:txBody>
          <a:bodyPr anchor="b"/>
          <a:lstStyle>
            <a:lvl1pPr>
              <a:defRPr sz="600">
                <a:solidFill>
                  <a:srgbClr val="000000">
                    <a:alpha val="70000"/>
                  </a:srgbClr>
                </a:solidFill>
              </a:defRPr>
            </a:lvl1pPr>
          </a:lstStyle>
          <a:p>
            <a:r>
              <a:t>Source: Edit source here</a:t>
            </a:r>
          </a:p>
        </p:txBody>
      </p:sp>
      <p:sp>
        <p:nvSpPr>
          <p:cNvPr id="171" name="Text Placeholder 4"/>
          <p:cNvSpPr>
            <a:spLocks noGrp="1"/>
          </p:cNvSpPr>
          <p:nvPr>
            <p:ph type="body" sz="quarter" idx="22"/>
          </p:nvPr>
        </p:nvSpPr>
        <p:spPr>
          <a:xfrm>
            <a:off x="381000" y="220979"/>
            <a:ext cx="5486400" cy="228601"/>
          </a:xfrm>
          <a:prstGeom prst="rect">
            <a:avLst/>
          </a:prstGeom>
        </p:spPr>
        <p:txBody>
          <a:bodyPr/>
          <a:lstStyle/>
          <a:p>
            <a:endParaRPr/>
          </a:p>
        </p:txBody>
      </p:sp>
      <p:sp>
        <p:nvSpPr>
          <p:cNvPr id="1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4_Title and Content">
    <p:spTree>
      <p:nvGrpSpPr>
        <p:cNvPr id="1" name=""/>
        <p:cNvGrpSpPr/>
        <p:nvPr/>
      </p:nvGrpSpPr>
      <p:grpSpPr>
        <a:xfrm>
          <a:off x="0" y="0"/>
          <a:ext cx="0" cy="0"/>
          <a:chOff x="0" y="0"/>
          <a:chExt cx="0" cy="0"/>
        </a:xfrm>
      </p:grpSpPr>
      <p:pic>
        <p:nvPicPr>
          <p:cNvPr id="179"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182" name="Group 8"/>
          <p:cNvGrpSpPr/>
          <p:nvPr/>
        </p:nvGrpSpPr>
        <p:grpSpPr>
          <a:xfrm>
            <a:off x="761997" y="6611449"/>
            <a:ext cx="2261131" cy="127001"/>
            <a:chOff x="-1" y="0"/>
            <a:chExt cx="2261130" cy="127000"/>
          </a:xfrm>
        </p:grpSpPr>
        <p:sp>
          <p:nvSpPr>
            <p:cNvPr id="180"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181"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183"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184" name="Rectangle 3"/>
          <p:cNvSpPr/>
          <p:nvPr/>
        </p:nvSpPr>
        <p:spPr>
          <a:xfrm>
            <a:off x="6096000" y="0"/>
            <a:ext cx="6096000" cy="6858000"/>
          </a:xfrm>
          <a:prstGeom prst="rect">
            <a:avLst/>
          </a:prstGeom>
          <a:solidFill>
            <a:schemeClr val="accent2"/>
          </a:solidFill>
          <a:ln w="12700">
            <a:miter lim="400000"/>
          </a:ln>
        </p:spPr>
        <p:txBody>
          <a:bodyPr lIns="45718" tIns="45718" rIns="45718" bIns="45718" anchor="ctr"/>
          <a:lstStyle/>
          <a:p>
            <a:pPr algn="ctr">
              <a:defRPr sz="1500">
                <a:solidFill>
                  <a:srgbClr val="051243"/>
                </a:solidFill>
                <a:latin typeface="Arial"/>
                <a:ea typeface="Arial"/>
                <a:cs typeface="Arial"/>
                <a:sym typeface="Arial"/>
              </a:defRPr>
            </a:pPr>
            <a:endParaRPr/>
          </a:p>
        </p:txBody>
      </p:sp>
      <p:sp>
        <p:nvSpPr>
          <p:cNvPr id="185" name="Title Text"/>
          <p:cNvSpPr txBox="1">
            <a:spLocks noGrp="1"/>
          </p:cNvSpPr>
          <p:nvPr>
            <p:ph type="title"/>
          </p:nvPr>
        </p:nvSpPr>
        <p:spPr>
          <a:xfrm>
            <a:off x="381000" y="571500"/>
            <a:ext cx="5486400" cy="952500"/>
          </a:xfrm>
          <a:prstGeom prst="rect">
            <a:avLst/>
          </a:prstGeom>
        </p:spPr>
        <p:txBody>
          <a:bodyPr/>
          <a:lstStyle>
            <a:lvl1pPr>
              <a:defRPr>
                <a:solidFill>
                  <a:srgbClr val="000000"/>
                </a:solidFill>
              </a:defRPr>
            </a:lvl1pPr>
          </a:lstStyle>
          <a:p>
            <a:r>
              <a:t>Title Text</a:t>
            </a:r>
          </a:p>
        </p:txBody>
      </p:sp>
      <p:sp>
        <p:nvSpPr>
          <p:cNvPr id="186" name="Body Level One…"/>
          <p:cNvSpPr txBox="1">
            <a:spLocks noGrp="1"/>
          </p:cNvSpPr>
          <p:nvPr>
            <p:ph type="body" sz="half" idx="1"/>
          </p:nvPr>
        </p:nvSpPr>
        <p:spPr>
          <a:xfrm>
            <a:off x="381000" y="1714500"/>
            <a:ext cx="5486400" cy="43815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pic>
        <p:nvPicPr>
          <p:cNvPr id="187" name="Picture 7" descr="Picture 7"/>
          <p:cNvPicPr>
            <a:picLocks noChangeAspect="1"/>
          </p:cNvPicPr>
          <p:nvPr/>
        </p:nvPicPr>
        <p:blipFill>
          <a:blip r:embed="rId3"/>
          <a:stretch>
            <a:fillRect/>
          </a:stretch>
        </p:blipFill>
        <p:spPr>
          <a:xfrm>
            <a:off x="11339021" y="6515113"/>
            <a:ext cx="471766" cy="190503"/>
          </a:xfrm>
          <a:prstGeom prst="rect">
            <a:avLst/>
          </a:prstGeom>
          <a:ln w="12700">
            <a:miter lim="400000"/>
          </a:ln>
        </p:spPr>
      </p:pic>
      <p:sp>
        <p:nvSpPr>
          <p:cNvPr id="188" name="Text Placeholder 23"/>
          <p:cNvSpPr>
            <a:spLocks noGrp="1"/>
          </p:cNvSpPr>
          <p:nvPr>
            <p:ph type="body" sz="quarter" idx="21" hasCustomPrompt="1"/>
          </p:nvPr>
        </p:nvSpPr>
        <p:spPr>
          <a:xfrm>
            <a:off x="381000" y="6118859"/>
            <a:ext cx="5524500" cy="381003"/>
          </a:xfrm>
          <a:prstGeom prst="rect">
            <a:avLst/>
          </a:prstGeom>
        </p:spPr>
        <p:txBody>
          <a:bodyPr anchor="b"/>
          <a:lstStyle>
            <a:lvl1pPr>
              <a:defRPr sz="600">
                <a:solidFill>
                  <a:srgbClr val="000000">
                    <a:alpha val="70000"/>
                  </a:srgbClr>
                </a:solidFill>
              </a:defRPr>
            </a:lvl1pPr>
          </a:lstStyle>
          <a:p>
            <a:r>
              <a:t>Source: Edit source here</a:t>
            </a:r>
          </a:p>
        </p:txBody>
      </p:sp>
      <p:sp>
        <p:nvSpPr>
          <p:cNvPr id="189" name="Text Placeholder 4"/>
          <p:cNvSpPr>
            <a:spLocks noGrp="1"/>
          </p:cNvSpPr>
          <p:nvPr>
            <p:ph type="body" sz="quarter" idx="22"/>
          </p:nvPr>
        </p:nvSpPr>
        <p:spPr>
          <a:xfrm>
            <a:off x="381000" y="220979"/>
            <a:ext cx="5486400" cy="228601"/>
          </a:xfrm>
          <a:prstGeom prst="rect">
            <a:avLst/>
          </a:prstGeom>
        </p:spPr>
        <p:txBody>
          <a:bodyPr/>
          <a:lstStyle/>
          <a:p>
            <a:endParaRPr/>
          </a:p>
        </p:txBody>
      </p:sp>
      <p:sp>
        <p:nvSpPr>
          <p:cNvPr id="1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5_Title and Content">
    <p:spTree>
      <p:nvGrpSpPr>
        <p:cNvPr id="1" name=""/>
        <p:cNvGrpSpPr/>
        <p:nvPr/>
      </p:nvGrpSpPr>
      <p:grpSpPr>
        <a:xfrm>
          <a:off x="0" y="0"/>
          <a:ext cx="0" cy="0"/>
          <a:chOff x="0" y="0"/>
          <a:chExt cx="0" cy="0"/>
        </a:xfrm>
      </p:grpSpPr>
      <p:pic>
        <p:nvPicPr>
          <p:cNvPr id="197"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200" name="Group 8"/>
          <p:cNvGrpSpPr/>
          <p:nvPr/>
        </p:nvGrpSpPr>
        <p:grpSpPr>
          <a:xfrm>
            <a:off x="761997" y="6611449"/>
            <a:ext cx="2261131" cy="127001"/>
            <a:chOff x="-1" y="0"/>
            <a:chExt cx="2261130" cy="127000"/>
          </a:xfrm>
        </p:grpSpPr>
        <p:sp>
          <p:nvSpPr>
            <p:cNvPr id="198"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199"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201"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202" name="Rectangle 3"/>
          <p:cNvSpPr/>
          <p:nvPr/>
        </p:nvSpPr>
        <p:spPr>
          <a:xfrm>
            <a:off x="6096000" y="0"/>
            <a:ext cx="6096000" cy="6858000"/>
          </a:xfrm>
          <a:prstGeom prst="rect">
            <a:avLst/>
          </a:prstGeom>
          <a:solidFill>
            <a:srgbClr val="000000"/>
          </a:solidFill>
          <a:ln w="12700">
            <a:miter lim="400000"/>
          </a:ln>
        </p:spPr>
        <p:txBody>
          <a:bodyPr lIns="45718" tIns="45718" rIns="45718" bIns="45718" anchor="ctr"/>
          <a:lstStyle/>
          <a:p>
            <a:pPr algn="ctr">
              <a:defRPr sz="1500">
                <a:solidFill>
                  <a:srgbClr val="051243"/>
                </a:solidFill>
                <a:latin typeface="Arial"/>
                <a:ea typeface="Arial"/>
                <a:cs typeface="Arial"/>
                <a:sym typeface="Arial"/>
              </a:defRPr>
            </a:pPr>
            <a:endParaRPr/>
          </a:p>
        </p:txBody>
      </p:sp>
      <p:sp>
        <p:nvSpPr>
          <p:cNvPr id="203" name="Title Text"/>
          <p:cNvSpPr txBox="1">
            <a:spLocks noGrp="1"/>
          </p:cNvSpPr>
          <p:nvPr>
            <p:ph type="title"/>
          </p:nvPr>
        </p:nvSpPr>
        <p:spPr>
          <a:xfrm>
            <a:off x="381000" y="571500"/>
            <a:ext cx="5486400" cy="952500"/>
          </a:xfrm>
          <a:prstGeom prst="rect">
            <a:avLst/>
          </a:prstGeom>
        </p:spPr>
        <p:txBody>
          <a:bodyPr/>
          <a:lstStyle>
            <a:lvl1pPr>
              <a:defRPr>
                <a:solidFill>
                  <a:srgbClr val="000000"/>
                </a:solidFill>
              </a:defRPr>
            </a:lvl1pPr>
          </a:lstStyle>
          <a:p>
            <a:r>
              <a:t>Title Text</a:t>
            </a:r>
          </a:p>
        </p:txBody>
      </p:sp>
      <p:sp>
        <p:nvSpPr>
          <p:cNvPr id="204" name="Body Level One…"/>
          <p:cNvSpPr txBox="1">
            <a:spLocks noGrp="1"/>
          </p:cNvSpPr>
          <p:nvPr>
            <p:ph type="body" sz="half" idx="1"/>
          </p:nvPr>
        </p:nvSpPr>
        <p:spPr>
          <a:xfrm>
            <a:off x="381000" y="1714500"/>
            <a:ext cx="5486400" cy="43815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pic>
        <p:nvPicPr>
          <p:cNvPr id="205" name="Picture 7" descr="Picture 7"/>
          <p:cNvPicPr>
            <a:picLocks noChangeAspect="1"/>
          </p:cNvPicPr>
          <p:nvPr/>
        </p:nvPicPr>
        <p:blipFill>
          <a:blip r:embed="rId3"/>
          <a:stretch>
            <a:fillRect/>
          </a:stretch>
        </p:blipFill>
        <p:spPr>
          <a:xfrm>
            <a:off x="11339020" y="6515113"/>
            <a:ext cx="471768" cy="190504"/>
          </a:xfrm>
          <a:prstGeom prst="rect">
            <a:avLst/>
          </a:prstGeom>
          <a:ln w="12700">
            <a:miter lim="400000"/>
          </a:ln>
        </p:spPr>
      </p:pic>
      <p:pic>
        <p:nvPicPr>
          <p:cNvPr id="206" name="Picture 8" descr="Picture 8"/>
          <p:cNvPicPr>
            <a:picLocks noChangeAspect="1"/>
          </p:cNvPicPr>
          <p:nvPr/>
        </p:nvPicPr>
        <p:blipFill>
          <a:blip r:embed="rId4"/>
          <a:stretch>
            <a:fillRect/>
          </a:stretch>
        </p:blipFill>
        <p:spPr>
          <a:xfrm>
            <a:off x="11339021" y="6515113"/>
            <a:ext cx="471766" cy="190503"/>
          </a:xfrm>
          <a:prstGeom prst="rect">
            <a:avLst/>
          </a:prstGeom>
          <a:ln w="12700">
            <a:miter lim="400000"/>
          </a:ln>
        </p:spPr>
      </p:pic>
      <p:sp>
        <p:nvSpPr>
          <p:cNvPr id="207" name="Text Placeholder 23"/>
          <p:cNvSpPr>
            <a:spLocks noGrp="1"/>
          </p:cNvSpPr>
          <p:nvPr>
            <p:ph type="body" sz="quarter" idx="21" hasCustomPrompt="1"/>
          </p:nvPr>
        </p:nvSpPr>
        <p:spPr>
          <a:xfrm>
            <a:off x="381000" y="6118859"/>
            <a:ext cx="5562600" cy="381003"/>
          </a:xfrm>
          <a:prstGeom prst="rect">
            <a:avLst/>
          </a:prstGeom>
        </p:spPr>
        <p:txBody>
          <a:bodyPr anchor="b"/>
          <a:lstStyle>
            <a:lvl1pPr>
              <a:defRPr sz="600">
                <a:solidFill>
                  <a:srgbClr val="000000">
                    <a:alpha val="70000"/>
                  </a:srgbClr>
                </a:solidFill>
              </a:defRPr>
            </a:lvl1pPr>
          </a:lstStyle>
          <a:p>
            <a:r>
              <a:t>Source: Edit source here</a:t>
            </a:r>
          </a:p>
        </p:txBody>
      </p:sp>
      <p:sp>
        <p:nvSpPr>
          <p:cNvPr id="208" name="Text Placeholder 4"/>
          <p:cNvSpPr>
            <a:spLocks noGrp="1"/>
          </p:cNvSpPr>
          <p:nvPr>
            <p:ph type="body" sz="quarter" idx="22"/>
          </p:nvPr>
        </p:nvSpPr>
        <p:spPr>
          <a:xfrm>
            <a:off x="381000" y="220979"/>
            <a:ext cx="5486400" cy="228601"/>
          </a:xfrm>
          <a:prstGeom prst="rect">
            <a:avLst/>
          </a:prstGeom>
        </p:spPr>
        <p:txBody>
          <a:bodyPr/>
          <a:lstStyle/>
          <a:p>
            <a:endParaRPr/>
          </a:p>
        </p:txBody>
      </p:sp>
      <p:sp>
        <p:nvSpPr>
          <p:cNvPr id="20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black box) over image(s)">
    <p:spTree>
      <p:nvGrpSpPr>
        <p:cNvPr id="1" name=""/>
        <p:cNvGrpSpPr/>
        <p:nvPr/>
      </p:nvGrpSpPr>
      <p:grpSpPr>
        <a:xfrm>
          <a:off x="0" y="0"/>
          <a:ext cx="0" cy="0"/>
          <a:chOff x="0" y="0"/>
          <a:chExt cx="0" cy="0"/>
        </a:xfrm>
      </p:grpSpPr>
      <p:pic>
        <p:nvPicPr>
          <p:cNvPr id="216"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219" name="Group 8"/>
          <p:cNvGrpSpPr/>
          <p:nvPr/>
        </p:nvGrpSpPr>
        <p:grpSpPr>
          <a:xfrm>
            <a:off x="761997" y="6611449"/>
            <a:ext cx="2261131" cy="127001"/>
            <a:chOff x="-1" y="0"/>
            <a:chExt cx="2261130" cy="127000"/>
          </a:xfrm>
        </p:grpSpPr>
        <p:sp>
          <p:nvSpPr>
            <p:cNvPr id="217"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218"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220"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221" name="Title Text"/>
          <p:cNvSpPr txBox="1">
            <a:spLocks noGrp="1"/>
          </p:cNvSpPr>
          <p:nvPr>
            <p:ph type="title"/>
          </p:nvPr>
        </p:nvSpPr>
        <p:spPr>
          <a:xfrm>
            <a:off x="16" y="2"/>
            <a:ext cx="12191998" cy="1094153"/>
          </a:xfrm>
          <a:prstGeom prst="rect">
            <a:avLst/>
          </a:prstGeom>
          <a:solidFill>
            <a:srgbClr val="000000"/>
          </a:solidFill>
        </p:spPr>
        <p:txBody>
          <a:bodyPr lIns="201113" tIns="201113" rIns="201113" bIns="201113"/>
          <a:lstStyle>
            <a:lvl1pPr>
              <a:defRPr sz="3200"/>
            </a:lvl1pPr>
          </a:lstStyle>
          <a:p>
            <a:r>
              <a:t>Title Text</a:t>
            </a:r>
          </a:p>
        </p:txBody>
      </p:sp>
      <p:sp>
        <p:nvSpPr>
          <p:cNvPr id="2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pic>
        <p:nvPicPr>
          <p:cNvPr id="229"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232" name="Group 8"/>
          <p:cNvGrpSpPr/>
          <p:nvPr/>
        </p:nvGrpSpPr>
        <p:grpSpPr>
          <a:xfrm>
            <a:off x="761997" y="6611449"/>
            <a:ext cx="2261131" cy="127001"/>
            <a:chOff x="-1" y="0"/>
            <a:chExt cx="2261130" cy="127000"/>
          </a:xfrm>
        </p:grpSpPr>
        <p:sp>
          <p:nvSpPr>
            <p:cNvPr id="230"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231"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233"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234" name="Title Text"/>
          <p:cNvSpPr txBox="1">
            <a:spLocks noGrp="1"/>
          </p:cNvSpPr>
          <p:nvPr>
            <p:ph type="title"/>
          </p:nvPr>
        </p:nvSpPr>
        <p:spPr>
          <a:xfrm>
            <a:off x="243416" y="365758"/>
            <a:ext cx="11766553" cy="744541"/>
          </a:xfrm>
          <a:prstGeom prst="rect">
            <a:avLst/>
          </a:prstGeom>
        </p:spPr>
        <p:txBody>
          <a:bodyPr/>
          <a:lstStyle>
            <a:lvl1pPr>
              <a:defRPr>
                <a:solidFill>
                  <a:srgbClr val="000000"/>
                </a:solidFill>
                <a:latin typeface="Helvetica Neue"/>
                <a:ea typeface="Helvetica Neue"/>
                <a:cs typeface="Helvetica Neue"/>
                <a:sym typeface="Helvetica Neue"/>
              </a:defRPr>
            </a:lvl1pPr>
          </a:lstStyle>
          <a:p>
            <a:r>
              <a:t>Title Text</a:t>
            </a:r>
          </a:p>
        </p:txBody>
      </p:sp>
      <p:sp>
        <p:nvSpPr>
          <p:cNvPr id="235" name="Body Level One…"/>
          <p:cNvSpPr txBox="1">
            <a:spLocks noGrp="1"/>
          </p:cNvSpPr>
          <p:nvPr>
            <p:ph type="body" idx="1" hasCustomPrompt="1"/>
          </p:nvPr>
        </p:nvSpPr>
        <p:spPr>
          <a:xfrm>
            <a:off x="243416" y="1280160"/>
            <a:ext cx="11766553" cy="5166360"/>
          </a:xfrm>
          <a:prstGeom prst="rect">
            <a:avLst/>
          </a:prstGeom>
        </p:spPr>
        <p:txBody>
          <a:bodyPr/>
          <a:lstStyle>
            <a:lvl1pPr>
              <a:defRPr sz="2000"/>
            </a:lvl1pPr>
            <a:lvl2pPr marL="211656" indent="-211656">
              <a:defRPr sz="2000"/>
            </a:lvl2pPr>
            <a:lvl3pPr marL="428606" indent="-238114">
              <a:defRPr sz="2000"/>
            </a:lvl3pPr>
            <a:lvl4pPr marL="619100" indent="-238114">
              <a:defRPr sz="2000"/>
            </a:lvl4pPr>
            <a:lvl5pPr marL="809592" indent="-238114">
              <a:defRPr sz="2000"/>
            </a:lvl5pPr>
          </a:lstStyle>
          <a:p>
            <a:r>
              <a:t>Click to edit Master text styles</a:t>
            </a:r>
          </a:p>
          <a:p>
            <a:pPr lvl="1"/>
            <a:endParaRPr/>
          </a:p>
          <a:p>
            <a:pPr lvl="2"/>
            <a:endParaRPr/>
          </a:p>
          <a:p>
            <a:pPr lvl="3"/>
            <a:endParaRPr/>
          </a:p>
          <a:p>
            <a:pPr lvl="4"/>
            <a:endParaRPr/>
          </a:p>
        </p:txBody>
      </p:sp>
      <p:sp>
        <p:nvSpPr>
          <p:cNvPr id="236" name="Line 4"/>
          <p:cNvSpPr/>
          <p:nvPr/>
        </p:nvSpPr>
        <p:spPr>
          <a:xfrm>
            <a:off x="240380" y="238118"/>
            <a:ext cx="11722126" cy="2"/>
          </a:xfrm>
          <a:prstGeom prst="line">
            <a:avLst/>
          </a:prstGeom>
          <a:ln>
            <a:solidFill>
              <a:srgbClr val="000000"/>
            </a:solidFill>
          </a:ln>
        </p:spPr>
        <p:txBody>
          <a:bodyPr lIns="45718" tIns="45718" rIns="45718" bIns="45718"/>
          <a:lstStyle/>
          <a:p>
            <a:endParaRPr/>
          </a:p>
        </p:txBody>
      </p:sp>
      <p:sp>
        <p:nvSpPr>
          <p:cNvPr id="237" name="TextBox 5"/>
          <p:cNvSpPr txBox="1"/>
          <p:nvPr/>
        </p:nvSpPr>
        <p:spPr>
          <a:xfrm>
            <a:off x="7016670" y="21515"/>
            <a:ext cx="5000517" cy="25653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8" tIns="45718" rIns="45718" bIns="45718">
            <a:spAutoFit/>
          </a:bodyPr>
          <a:lstStyle>
            <a:lvl1pPr algn="r">
              <a:defRPr sz="1100" b="1">
                <a:latin typeface="Aharoni"/>
                <a:ea typeface="Aharoni"/>
                <a:cs typeface="Aharoni"/>
                <a:sym typeface="Aharoni"/>
              </a:defRPr>
            </a:lvl1pPr>
          </a:lstStyle>
          <a:p>
            <a:r>
              <a:t>IBM Global Sales Incentives Design</a:t>
            </a:r>
          </a:p>
        </p:txBody>
      </p:sp>
      <p:sp>
        <p:nvSpPr>
          <p:cNvPr id="2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pic>
        <p:nvPicPr>
          <p:cNvPr id="245" name="Picture 7" descr="Picture 7"/>
          <p:cNvPicPr>
            <a:picLocks noChangeAspect="1"/>
          </p:cNvPicPr>
          <p:nvPr/>
        </p:nvPicPr>
        <p:blipFill>
          <a:blip r:embed="rId2">
            <a:alphaModFix amt="50000"/>
          </a:blip>
          <a:stretch>
            <a:fillRect/>
          </a:stretch>
        </p:blipFill>
        <p:spPr>
          <a:xfrm>
            <a:off x="10896672" y="6551369"/>
            <a:ext cx="901364" cy="311298"/>
          </a:xfrm>
          <a:prstGeom prst="rect">
            <a:avLst/>
          </a:prstGeom>
          <a:ln w="12700">
            <a:miter lim="400000"/>
          </a:ln>
        </p:spPr>
      </p:pic>
      <p:sp>
        <p:nvSpPr>
          <p:cNvPr id="246" name="TextBox 9"/>
          <p:cNvSpPr txBox="1"/>
          <p:nvPr/>
        </p:nvSpPr>
        <p:spPr>
          <a:xfrm>
            <a:off x="5675884" y="6613342"/>
            <a:ext cx="1587954" cy="14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p>
            <a:pPr>
              <a:lnSpc>
                <a:spcPct val="104999"/>
              </a:lnSpc>
              <a:spcBef>
                <a:spcPts val="1000"/>
              </a:spcBef>
              <a:defRPr sz="1100">
                <a:latin typeface="Arial"/>
                <a:ea typeface="Arial"/>
                <a:cs typeface="Arial"/>
                <a:sym typeface="Arial"/>
              </a:defRPr>
            </a:pPr>
            <a:r>
              <a:t>   </a:t>
            </a:r>
            <a:r>
              <a:rPr sz="1000">
                <a:solidFill>
                  <a:srgbClr val="A6A6A6"/>
                </a:solidFill>
              </a:rPr>
              <a:t>Kyndryl Services</a:t>
            </a:r>
          </a:p>
        </p:txBody>
      </p:sp>
      <p:grpSp>
        <p:nvGrpSpPr>
          <p:cNvPr id="249" name="Oval 11"/>
          <p:cNvGrpSpPr/>
          <p:nvPr/>
        </p:nvGrpSpPr>
        <p:grpSpPr>
          <a:xfrm>
            <a:off x="5596213" y="6631907"/>
            <a:ext cx="141323" cy="143309"/>
            <a:chOff x="0" y="-1"/>
            <a:chExt cx="141322" cy="143308"/>
          </a:xfrm>
        </p:grpSpPr>
        <p:sp>
          <p:nvSpPr>
            <p:cNvPr id="247" name="Circle"/>
            <p:cNvSpPr/>
            <p:nvPr/>
          </p:nvSpPr>
          <p:spPr>
            <a:xfrm>
              <a:off x="-1" y="1987"/>
              <a:ext cx="141324" cy="141321"/>
            </a:xfrm>
            <a:prstGeom prst="ellipse">
              <a:avLst/>
            </a:prstGeom>
            <a:noFill/>
            <a:ln w="12700" cap="flat">
              <a:solidFill>
                <a:srgbClr val="BFBFBF"/>
              </a:solidFill>
              <a:prstDash val="solid"/>
              <a:miter lim="800000"/>
            </a:ln>
            <a:effectLst/>
          </p:spPr>
          <p:txBody>
            <a:bodyPr wrap="square" lIns="45718" tIns="45718" rIns="45718" bIns="45718" numCol="1" anchor="ctr">
              <a:noAutofit/>
            </a:bodyPr>
            <a:lstStyle/>
            <a:p>
              <a:pPr>
                <a:defRPr sz="1400">
                  <a:solidFill>
                    <a:srgbClr val="A6A6A6"/>
                  </a:solidFill>
                  <a:latin typeface="Arial"/>
                  <a:ea typeface="Arial"/>
                  <a:cs typeface="Arial"/>
                  <a:sym typeface="Arial"/>
                </a:defRPr>
              </a:pPr>
              <a:endParaRPr/>
            </a:p>
          </p:txBody>
        </p:sp>
        <p:sp>
          <p:nvSpPr>
            <p:cNvPr id="248" name="c"/>
            <p:cNvSpPr txBox="1"/>
            <p:nvPr/>
          </p:nvSpPr>
          <p:spPr>
            <a:xfrm>
              <a:off x="27045" y="-2"/>
              <a:ext cx="23221"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27432" tIns="27432" rIns="27432" bIns="27432" numCol="1" anchor="ctr">
              <a:spAutoFit/>
            </a:bodyPr>
            <a:lstStyle>
              <a:lvl1pPr>
                <a:defRPr sz="1200">
                  <a:solidFill>
                    <a:srgbClr val="A6A6A6"/>
                  </a:solidFill>
                  <a:latin typeface="Arial"/>
                  <a:ea typeface="Arial"/>
                  <a:cs typeface="Arial"/>
                  <a:sym typeface="Arial"/>
                </a:defRPr>
              </a:lvl1pPr>
            </a:lstStyle>
            <a:p>
              <a:r>
                <a:t>c</a:t>
              </a:r>
            </a:p>
          </p:txBody>
        </p:sp>
      </p:grpSp>
      <p:sp>
        <p:nvSpPr>
          <p:cNvPr id="250" name="Slide Number"/>
          <p:cNvSpPr txBox="1">
            <a:spLocks noGrp="1"/>
          </p:cNvSpPr>
          <p:nvPr>
            <p:ph type="sldNum" sz="quarter" idx="2"/>
          </p:nvPr>
        </p:nvSpPr>
        <p:spPr>
          <a:xfrm>
            <a:off x="8463948" y="6224225"/>
            <a:ext cx="273653" cy="264251"/>
          </a:xfrm>
          <a:prstGeom prst="rect">
            <a:avLst/>
          </a:prstGeom>
        </p:spPr>
        <p:txBody>
          <a:bodyPr lIns="45718" tIns="45718" rIns="45718" bIns="45718"/>
          <a:lstStyle>
            <a:lvl1pPr algn="r" defTabSz="914400">
              <a:defRPr sz="1200"/>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pic>
        <p:nvPicPr>
          <p:cNvPr id="257" name="Picture 14" descr="Picture 14"/>
          <p:cNvPicPr>
            <a:picLocks noChangeAspect="1"/>
          </p:cNvPicPr>
          <p:nvPr/>
        </p:nvPicPr>
        <p:blipFill>
          <a:blip r:embed="rId2"/>
          <a:stretch>
            <a:fillRect/>
          </a:stretch>
        </p:blipFill>
        <p:spPr>
          <a:xfrm>
            <a:off x="11339010" y="6515119"/>
            <a:ext cx="471768" cy="190503"/>
          </a:xfrm>
          <a:prstGeom prst="rect">
            <a:avLst/>
          </a:prstGeom>
          <a:ln w="12700">
            <a:miter lim="400000"/>
          </a:ln>
        </p:spPr>
      </p:pic>
      <p:grpSp>
        <p:nvGrpSpPr>
          <p:cNvPr id="260" name="Group 8"/>
          <p:cNvGrpSpPr/>
          <p:nvPr/>
        </p:nvGrpSpPr>
        <p:grpSpPr>
          <a:xfrm>
            <a:off x="761997" y="6611449"/>
            <a:ext cx="2261131" cy="127001"/>
            <a:chOff x="-1" y="0"/>
            <a:chExt cx="2261130" cy="127000"/>
          </a:xfrm>
        </p:grpSpPr>
        <p:sp>
          <p:nvSpPr>
            <p:cNvPr id="258"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259"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261"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262" name="Title Text"/>
          <p:cNvSpPr txBox="1">
            <a:spLocks noGrp="1"/>
          </p:cNvSpPr>
          <p:nvPr>
            <p:ph type="title"/>
          </p:nvPr>
        </p:nvSpPr>
        <p:spPr>
          <a:xfrm>
            <a:off x="1524000" y="1122362"/>
            <a:ext cx="9144000" cy="2387601"/>
          </a:xfrm>
          <a:prstGeom prst="rect">
            <a:avLst/>
          </a:prstGeom>
        </p:spPr>
        <p:txBody>
          <a:bodyPr anchor="b"/>
          <a:lstStyle>
            <a:lvl1pPr algn="ctr">
              <a:defRPr sz="6000">
                <a:solidFill>
                  <a:srgbClr val="000000"/>
                </a:solidFill>
              </a:defRPr>
            </a:lvl1pPr>
          </a:lstStyle>
          <a:p>
            <a:r>
              <a:t>Title Text</a:t>
            </a:r>
          </a:p>
        </p:txBody>
      </p:sp>
      <p:sp>
        <p:nvSpPr>
          <p:cNvPr id="263" name="Body Level One…"/>
          <p:cNvSpPr txBox="1">
            <a:spLocks noGrp="1"/>
          </p:cNvSpPr>
          <p:nvPr>
            <p:ph type="body" sz="quarter" idx="1"/>
          </p:nvPr>
        </p:nvSpPr>
        <p:spPr>
          <a:xfrm>
            <a:off x="1524000" y="3602037"/>
            <a:ext cx="9144000" cy="1655765"/>
          </a:xfrm>
          <a:prstGeom prst="rect">
            <a:avLst/>
          </a:prstGeom>
        </p:spPr>
        <p:txBody>
          <a:bodyPr/>
          <a:lstStyle>
            <a:lvl1pPr algn="ctr">
              <a:defRPr sz="2400"/>
            </a:lvl1pPr>
            <a:lvl2pPr marL="0" indent="0" algn="ctr">
              <a:buSzTx/>
              <a:buNone/>
              <a:defRPr sz="2400"/>
            </a:lvl2pPr>
            <a:lvl3pPr marL="0" indent="0" algn="ctr">
              <a:buSzTx/>
              <a:buNone/>
              <a:defRPr sz="2400"/>
            </a:lvl3pPr>
            <a:lvl4pPr marL="0" indent="0" algn="ctr">
              <a:buSzTx/>
              <a:buNone/>
              <a:defRPr sz="2400"/>
            </a:lvl4pPr>
            <a:lvl5pPr marL="0" indent="0" algn="ctr">
              <a:buSzTx/>
              <a:buNone/>
              <a:defRPr sz="2400"/>
            </a:lvl5pPr>
          </a:lstStyle>
          <a:p>
            <a:r>
              <a:t>Body Level One</a:t>
            </a:r>
          </a:p>
          <a:p>
            <a:pPr lvl="1"/>
            <a:r>
              <a:t>Body Level Two</a:t>
            </a:r>
          </a:p>
          <a:p>
            <a:pPr lvl="2"/>
            <a:r>
              <a:t>Body Level Three</a:t>
            </a:r>
          </a:p>
          <a:p>
            <a:pPr lvl="3"/>
            <a:r>
              <a:t>Body Level Four</a:t>
            </a:r>
          </a:p>
          <a:p>
            <a:pPr lvl="4"/>
            <a:r>
              <a:t>Body Level Five</a:t>
            </a:r>
          </a:p>
        </p:txBody>
      </p:sp>
      <p:sp>
        <p:nvSpPr>
          <p:cNvPr id="2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4" descr="Picture 14"/>
          <p:cNvPicPr>
            <a:picLocks noChangeAspect="1"/>
          </p:cNvPicPr>
          <p:nvPr/>
        </p:nvPicPr>
        <p:blipFill>
          <a:blip r:embed="rId18"/>
          <a:stretch>
            <a:fillRect/>
          </a:stretch>
        </p:blipFill>
        <p:spPr>
          <a:xfrm>
            <a:off x="11339010" y="6515119"/>
            <a:ext cx="471768" cy="190503"/>
          </a:xfrm>
          <a:prstGeom prst="rect">
            <a:avLst/>
          </a:prstGeom>
          <a:ln w="12700">
            <a:miter lim="400000"/>
          </a:ln>
        </p:spPr>
      </p:pic>
      <p:grpSp>
        <p:nvGrpSpPr>
          <p:cNvPr id="5" name="Group 8"/>
          <p:cNvGrpSpPr/>
          <p:nvPr/>
        </p:nvGrpSpPr>
        <p:grpSpPr>
          <a:xfrm>
            <a:off x="761997" y="6611449"/>
            <a:ext cx="2261131" cy="127001"/>
            <a:chOff x="-1" y="0"/>
            <a:chExt cx="2261130" cy="127000"/>
          </a:xfrm>
        </p:grpSpPr>
        <p:sp>
          <p:nvSpPr>
            <p:cNvPr id="3" name="Footer Placeholder 3"/>
            <p:cNvSpPr txBox="1"/>
            <p:nvPr/>
          </p:nvSpPr>
          <p:spPr>
            <a:xfrm>
              <a:off x="-2" y="-1"/>
              <a:ext cx="190368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p>
              <a:pPr defTabSz="685800">
                <a:defRPr sz="600">
                  <a:solidFill>
                    <a:srgbClr val="000000">
                      <a:alpha val="60000"/>
                    </a:srgbClr>
                  </a:solidFill>
                  <a:latin typeface="Arial"/>
                  <a:ea typeface="Arial"/>
                  <a:cs typeface="Arial"/>
                  <a:sym typeface="Arial"/>
                </a:defRPr>
              </a:pPr>
              <a:r>
                <a:t>©</a:t>
              </a:r>
              <a:r>
                <a:rPr sz="300"/>
                <a:t> </a:t>
              </a:r>
              <a:r>
                <a:t>2018 IBM Corporation               </a:t>
              </a:r>
            </a:p>
          </p:txBody>
        </p:sp>
        <p:sp>
          <p:nvSpPr>
            <p:cNvPr id="4" name="Date Placeholder 2"/>
            <p:cNvSpPr txBox="1"/>
            <p:nvPr/>
          </p:nvSpPr>
          <p:spPr>
            <a:xfrm>
              <a:off x="1118125" y="-1"/>
              <a:ext cx="1143004" cy="12700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ctr">
              <a:spAutoFit/>
            </a:bodyPr>
            <a:lstStyle>
              <a:lvl1pPr>
                <a:defRPr sz="600">
                  <a:solidFill>
                    <a:srgbClr val="000000">
                      <a:alpha val="60000"/>
                    </a:srgbClr>
                  </a:solidFill>
                  <a:latin typeface="Arial"/>
                  <a:ea typeface="Arial"/>
                  <a:cs typeface="Arial"/>
                  <a:sym typeface="Arial"/>
                </a:defRPr>
              </a:lvl1pPr>
            </a:lstStyle>
            <a:p>
              <a:r>
                <a:t> 24 June 2024</a:t>
              </a:r>
            </a:p>
          </p:txBody>
        </p:sp>
      </p:grpSp>
      <p:sp>
        <p:nvSpPr>
          <p:cNvPr id="6" name="Footer Placeholder 3"/>
          <p:cNvSpPr txBox="1"/>
          <p:nvPr/>
        </p:nvSpPr>
        <p:spPr>
          <a:xfrm>
            <a:off x="3238500" y="6611449"/>
            <a:ext cx="1903679"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spAutoFit/>
          </a:bodyPr>
          <a:lstStyle>
            <a:lvl1pPr defTabSz="685800">
              <a:defRPr sz="600">
                <a:solidFill>
                  <a:srgbClr val="000000">
                    <a:alpha val="60000"/>
                  </a:srgbClr>
                </a:solidFill>
                <a:latin typeface="Arial"/>
                <a:ea typeface="Arial"/>
                <a:cs typeface="Arial"/>
                <a:sym typeface="Arial"/>
              </a:defRPr>
            </a:lvl1pPr>
          </a:lstStyle>
          <a:p>
            <a:r>
              <a:t>IBM Services</a:t>
            </a:r>
          </a:p>
        </p:txBody>
      </p:sp>
      <p:sp>
        <p:nvSpPr>
          <p:cNvPr id="7" name="Rectangle 5"/>
          <p:cNvSpPr/>
          <p:nvPr/>
        </p:nvSpPr>
        <p:spPr>
          <a:xfrm flipV="1">
            <a:off x="0" y="0"/>
            <a:ext cx="12192000" cy="1714500"/>
          </a:xfrm>
          <a:prstGeom prst="rect">
            <a:avLst/>
          </a:prstGeom>
          <a:solidFill>
            <a:srgbClr val="000000"/>
          </a:solidFill>
          <a:ln w="12700">
            <a:miter lim="400000"/>
          </a:ln>
        </p:spPr>
        <p:txBody>
          <a:bodyPr lIns="45718" tIns="45718" rIns="45718" bIns="45718" anchor="ctr"/>
          <a:lstStyle/>
          <a:p>
            <a:pPr algn="ctr">
              <a:defRPr sz="1500">
                <a:solidFill>
                  <a:srgbClr val="051243"/>
                </a:solidFill>
                <a:latin typeface="Arial"/>
                <a:ea typeface="Arial"/>
                <a:cs typeface="Arial"/>
                <a:sym typeface="Arial"/>
              </a:defRPr>
            </a:pPr>
            <a:endParaRPr/>
          </a:p>
        </p:txBody>
      </p:sp>
      <p:sp>
        <p:nvSpPr>
          <p:cNvPr id="8" name="Click to edit Master title style"/>
          <p:cNvSpPr txBox="1">
            <a:spLocks noGrp="1"/>
          </p:cNvSpPr>
          <p:nvPr>
            <p:ph type="title" hasCustomPrompt="1"/>
          </p:nvPr>
        </p:nvSpPr>
        <p:spPr>
          <a:xfrm>
            <a:off x="381000" y="571500"/>
            <a:ext cx="10287000"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t>Click to edit Master title style</a:t>
            </a:r>
          </a:p>
        </p:txBody>
      </p:sp>
      <p:sp>
        <p:nvSpPr>
          <p:cNvPr id="9" name="Body Level One…"/>
          <p:cNvSpPr txBox="1">
            <a:spLocks noGrp="1"/>
          </p:cNvSpPr>
          <p:nvPr>
            <p:ph type="body" idx="1"/>
          </p:nvPr>
        </p:nvSpPr>
        <p:spPr>
          <a:xfrm>
            <a:off x="381000" y="1714500"/>
            <a:ext cx="5524500" cy="4381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10" name="Slide Number"/>
          <p:cNvSpPr txBox="1">
            <a:spLocks noGrp="1"/>
          </p:cNvSpPr>
          <p:nvPr>
            <p:ph type="sldNum" sz="quarter" idx="2"/>
          </p:nvPr>
        </p:nvSpPr>
        <p:spPr>
          <a:xfrm>
            <a:off x="379048" y="6605930"/>
            <a:ext cx="127001" cy="127001"/>
          </a:xfrm>
          <a:prstGeom prst="rect">
            <a:avLst/>
          </a:prstGeom>
          <a:ln w="12700">
            <a:miter lim="400000"/>
          </a:ln>
        </p:spPr>
        <p:txBody>
          <a:bodyPr wrap="none" lIns="0" tIns="0" rIns="0" bIns="0" anchor="ctr">
            <a:spAutoFit/>
          </a:bodyPr>
          <a:lstStyle>
            <a:lvl1pPr defTabSz="685800">
              <a:defRPr sz="600">
                <a:latin typeface="Arial"/>
                <a:ea typeface="Arial"/>
                <a:cs typeface="Arial"/>
                <a:sym typeface="Aria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914362" rtl="0" latinLnBrk="0">
        <a:lnSpc>
          <a:spcPct val="90000"/>
        </a:lnSpc>
        <a:spcBef>
          <a:spcPts val="0"/>
        </a:spcBef>
        <a:spcAft>
          <a:spcPts val="0"/>
        </a:spcAft>
        <a:buClrTx/>
        <a:buSzTx/>
        <a:buFontTx/>
        <a:buNone/>
        <a:tabLst/>
        <a:defRPr sz="3000" b="0" i="0" u="none" strike="noStrike" cap="none" spc="0" baseline="0">
          <a:solidFill>
            <a:srgbClr val="FFFFFF"/>
          </a:solidFill>
          <a:uFillTx/>
          <a:latin typeface="Arial"/>
          <a:ea typeface="Arial"/>
          <a:cs typeface="Arial"/>
          <a:sym typeface="Arial"/>
        </a:defRPr>
      </a:lvl1pPr>
      <a:lvl2pPr marL="0" marR="0" indent="0" algn="l" defTabSz="914362" rtl="0" latinLnBrk="0">
        <a:lnSpc>
          <a:spcPct val="90000"/>
        </a:lnSpc>
        <a:spcBef>
          <a:spcPts val="0"/>
        </a:spcBef>
        <a:spcAft>
          <a:spcPts val="0"/>
        </a:spcAft>
        <a:buClrTx/>
        <a:buSzTx/>
        <a:buFontTx/>
        <a:buNone/>
        <a:tabLst/>
        <a:defRPr sz="3000" b="0" i="0" u="none" strike="noStrike" cap="none" spc="0" baseline="0">
          <a:solidFill>
            <a:srgbClr val="FFFFFF"/>
          </a:solidFill>
          <a:uFillTx/>
          <a:latin typeface="Arial"/>
          <a:ea typeface="Arial"/>
          <a:cs typeface="Arial"/>
          <a:sym typeface="Arial"/>
        </a:defRPr>
      </a:lvl2pPr>
      <a:lvl3pPr marL="0" marR="0" indent="0" algn="l" defTabSz="914362" rtl="0" latinLnBrk="0">
        <a:lnSpc>
          <a:spcPct val="90000"/>
        </a:lnSpc>
        <a:spcBef>
          <a:spcPts val="0"/>
        </a:spcBef>
        <a:spcAft>
          <a:spcPts val="0"/>
        </a:spcAft>
        <a:buClrTx/>
        <a:buSzTx/>
        <a:buFontTx/>
        <a:buNone/>
        <a:tabLst/>
        <a:defRPr sz="3000" b="0" i="0" u="none" strike="noStrike" cap="none" spc="0" baseline="0">
          <a:solidFill>
            <a:srgbClr val="FFFFFF"/>
          </a:solidFill>
          <a:uFillTx/>
          <a:latin typeface="Arial"/>
          <a:ea typeface="Arial"/>
          <a:cs typeface="Arial"/>
          <a:sym typeface="Arial"/>
        </a:defRPr>
      </a:lvl3pPr>
      <a:lvl4pPr marL="0" marR="0" indent="0" algn="l" defTabSz="914362" rtl="0" latinLnBrk="0">
        <a:lnSpc>
          <a:spcPct val="90000"/>
        </a:lnSpc>
        <a:spcBef>
          <a:spcPts val="0"/>
        </a:spcBef>
        <a:spcAft>
          <a:spcPts val="0"/>
        </a:spcAft>
        <a:buClrTx/>
        <a:buSzTx/>
        <a:buFontTx/>
        <a:buNone/>
        <a:tabLst/>
        <a:defRPr sz="3000" b="0" i="0" u="none" strike="noStrike" cap="none" spc="0" baseline="0">
          <a:solidFill>
            <a:srgbClr val="FFFFFF"/>
          </a:solidFill>
          <a:uFillTx/>
          <a:latin typeface="Arial"/>
          <a:ea typeface="Arial"/>
          <a:cs typeface="Arial"/>
          <a:sym typeface="Arial"/>
        </a:defRPr>
      </a:lvl4pPr>
      <a:lvl5pPr marL="0" marR="0" indent="0" algn="l" defTabSz="914362" rtl="0" latinLnBrk="0">
        <a:lnSpc>
          <a:spcPct val="90000"/>
        </a:lnSpc>
        <a:spcBef>
          <a:spcPts val="0"/>
        </a:spcBef>
        <a:spcAft>
          <a:spcPts val="0"/>
        </a:spcAft>
        <a:buClrTx/>
        <a:buSzTx/>
        <a:buFontTx/>
        <a:buNone/>
        <a:tabLst/>
        <a:defRPr sz="3000" b="0" i="0" u="none" strike="noStrike" cap="none" spc="0" baseline="0">
          <a:solidFill>
            <a:srgbClr val="FFFFFF"/>
          </a:solidFill>
          <a:uFillTx/>
          <a:latin typeface="Arial"/>
          <a:ea typeface="Arial"/>
          <a:cs typeface="Arial"/>
          <a:sym typeface="Arial"/>
        </a:defRPr>
      </a:lvl5pPr>
      <a:lvl6pPr marL="0" marR="0" indent="0" algn="l" defTabSz="914362" rtl="0" latinLnBrk="0">
        <a:lnSpc>
          <a:spcPct val="90000"/>
        </a:lnSpc>
        <a:spcBef>
          <a:spcPts val="0"/>
        </a:spcBef>
        <a:spcAft>
          <a:spcPts val="0"/>
        </a:spcAft>
        <a:buClrTx/>
        <a:buSzTx/>
        <a:buFontTx/>
        <a:buNone/>
        <a:tabLst/>
        <a:defRPr sz="3000" b="0" i="0" u="none" strike="noStrike" cap="none" spc="0" baseline="0">
          <a:solidFill>
            <a:srgbClr val="FFFFFF"/>
          </a:solidFill>
          <a:uFillTx/>
          <a:latin typeface="Arial"/>
          <a:ea typeface="Arial"/>
          <a:cs typeface="Arial"/>
          <a:sym typeface="Arial"/>
        </a:defRPr>
      </a:lvl6pPr>
      <a:lvl7pPr marL="0" marR="0" indent="0" algn="l" defTabSz="914362" rtl="0" latinLnBrk="0">
        <a:lnSpc>
          <a:spcPct val="90000"/>
        </a:lnSpc>
        <a:spcBef>
          <a:spcPts val="0"/>
        </a:spcBef>
        <a:spcAft>
          <a:spcPts val="0"/>
        </a:spcAft>
        <a:buClrTx/>
        <a:buSzTx/>
        <a:buFontTx/>
        <a:buNone/>
        <a:tabLst/>
        <a:defRPr sz="3000" b="0" i="0" u="none" strike="noStrike" cap="none" spc="0" baseline="0">
          <a:solidFill>
            <a:srgbClr val="FFFFFF"/>
          </a:solidFill>
          <a:uFillTx/>
          <a:latin typeface="Arial"/>
          <a:ea typeface="Arial"/>
          <a:cs typeface="Arial"/>
          <a:sym typeface="Arial"/>
        </a:defRPr>
      </a:lvl7pPr>
      <a:lvl8pPr marL="0" marR="0" indent="0" algn="l" defTabSz="914362" rtl="0" latinLnBrk="0">
        <a:lnSpc>
          <a:spcPct val="90000"/>
        </a:lnSpc>
        <a:spcBef>
          <a:spcPts val="0"/>
        </a:spcBef>
        <a:spcAft>
          <a:spcPts val="0"/>
        </a:spcAft>
        <a:buClrTx/>
        <a:buSzTx/>
        <a:buFontTx/>
        <a:buNone/>
        <a:tabLst/>
        <a:defRPr sz="3000" b="0" i="0" u="none" strike="noStrike" cap="none" spc="0" baseline="0">
          <a:solidFill>
            <a:srgbClr val="FFFFFF"/>
          </a:solidFill>
          <a:uFillTx/>
          <a:latin typeface="Arial"/>
          <a:ea typeface="Arial"/>
          <a:cs typeface="Arial"/>
          <a:sym typeface="Arial"/>
        </a:defRPr>
      </a:lvl8pPr>
      <a:lvl9pPr marL="0" marR="0" indent="0" algn="l" defTabSz="914362" rtl="0" latinLnBrk="0">
        <a:lnSpc>
          <a:spcPct val="90000"/>
        </a:lnSpc>
        <a:spcBef>
          <a:spcPts val="0"/>
        </a:spcBef>
        <a:spcAft>
          <a:spcPts val="0"/>
        </a:spcAft>
        <a:buClrTx/>
        <a:buSzTx/>
        <a:buFontTx/>
        <a:buNone/>
        <a:tabLst/>
        <a:defRPr sz="3000" b="0" i="0" u="none" strike="noStrike" cap="none" spc="0" baseline="0">
          <a:solidFill>
            <a:srgbClr val="FFFFFF"/>
          </a:solidFill>
          <a:uFillTx/>
          <a:latin typeface="Arial"/>
          <a:ea typeface="Arial"/>
          <a:cs typeface="Arial"/>
          <a:sym typeface="Arial"/>
        </a:defRPr>
      </a:lvl9pPr>
    </p:titleStyle>
    <p:bodyStyle>
      <a:lvl1pPr marL="0" marR="0" indent="0" algn="l" defTabSz="914362" rtl="0" latinLnBrk="0">
        <a:lnSpc>
          <a:spcPct val="104999"/>
        </a:lnSpc>
        <a:spcBef>
          <a:spcPts val="1000"/>
        </a:spcBef>
        <a:spcAft>
          <a:spcPts val="0"/>
        </a:spcAft>
        <a:buClrTx/>
        <a:buSzTx/>
        <a:buFontTx/>
        <a:buNone/>
        <a:tabLst/>
        <a:defRPr sz="1600" b="0" i="0" u="none" strike="noStrike" cap="none" spc="0" baseline="0">
          <a:solidFill>
            <a:srgbClr val="000000"/>
          </a:solidFill>
          <a:uFillTx/>
          <a:latin typeface="Arial"/>
          <a:ea typeface="Arial"/>
          <a:cs typeface="Arial"/>
          <a:sym typeface="Arial"/>
        </a:defRPr>
      </a:lvl1pPr>
      <a:lvl2pPr marL="190491" marR="0" indent="-190491" algn="l" defTabSz="914362" rtl="0" latinLnBrk="0">
        <a:lnSpc>
          <a:spcPct val="104999"/>
        </a:lnSpc>
        <a:spcBef>
          <a:spcPts val="1000"/>
        </a:spcBef>
        <a:spcAft>
          <a:spcPts val="0"/>
        </a:spcAft>
        <a:buClrTx/>
        <a:buSzPct val="100000"/>
        <a:buFontTx/>
        <a:buChar char="-"/>
        <a:tabLst/>
        <a:defRPr sz="1600" b="0" i="0" u="none" strike="noStrike" cap="none" spc="0" baseline="0">
          <a:solidFill>
            <a:srgbClr val="000000"/>
          </a:solidFill>
          <a:uFillTx/>
          <a:latin typeface="Arial"/>
          <a:ea typeface="Arial"/>
          <a:cs typeface="Arial"/>
          <a:sym typeface="Arial"/>
        </a:defRPr>
      </a:lvl2pPr>
      <a:lvl3pPr marL="380985" marR="0" indent="-190491" algn="l" defTabSz="914362" rtl="0" latinLnBrk="0">
        <a:lnSpc>
          <a:spcPct val="104999"/>
        </a:lnSpc>
        <a:spcBef>
          <a:spcPts val="1000"/>
        </a:spcBef>
        <a:spcAft>
          <a:spcPts val="0"/>
        </a:spcAft>
        <a:buClrTx/>
        <a:buSzPct val="80000"/>
        <a:buFontTx/>
        <a:buChar char="•"/>
        <a:tabLst/>
        <a:defRPr sz="1600" b="0" i="0" u="none" strike="noStrike" cap="none" spc="0" baseline="0">
          <a:solidFill>
            <a:srgbClr val="000000"/>
          </a:solidFill>
          <a:uFillTx/>
          <a:latin typeface="Arial"/>
          <a:ea typeface="Arial"/>
          <a:cs typeface="Arial"/>
          <a:sym typeface="Arial"/>
        </a:defRPr>
      </a:lvl3pPr>
      <a:lvl4pPr marL="571476" marR="0" indent="-190492" algn="l" defTabSz="914362" rtl="0" latinLnBrk="0">
        <a:lnSpc>
          <a:spcPct val="104999"/>
        </a:lnSpc>
        <a:spcBef>
          <a:spcPts val="1000"/>
        </a:spcBef>
        <a:spcAft>
          <a:spcPts val="0"/>
        </a:spcAft>
        <a:buClrTx/>
        <a:buSzPct val="100000"/>
        <a:buFontTx/>
        <a:buChar char="–"/>
        <a:tabLst/>
        <a:defRPr sz="1600" b="0" i="0" u="none" strike="noStrike" cap="none" spc="0" baseline="0">
          <a:solidFill>
            <a:srgbClr val="000000"/>
          </a:solidFill>
          <a:uFillTx/>
          <a:latin typeface="Arial"/>
          <a:ea typeface="Arial"/>
          <a:cs typeface="Arial"/>
          <a:sym typeface="Arial"/>
        </a:defRPr>
      </a:lvl4pPr>
      <a:lvl5pPr marL="761970" marR="0" indent="-190492" algn="l" defTabSz="914362" rtl="0" latinLnBrk="0">
        <a:lnSpc>
          <a:spcPct val="104999"/>
        </a:lnSpc>
        <a:spcBef>
          <a:spcPts val="1000"/>
        </a:spcBef>
        <a:spcAft>
          <a:spcPts val="0"/>
        </a:spcAft>
        <a:buClrTx/>
        <a:buSzPct val="80000"/>
        <a:buFontTx/>
        <a:buChar char="•"/>
        <a:tabLst/>
        <a:defRPr sz="1600" b="0" i="0" u="none" strike="noStrike" cap="none" spc="0" baseline="0">
          <a:solidFill>
            <a:srgbClr val="000000"/>
          </a:solidFill>
          <a:uFillTx/>
          <a:latin typeface="Arial"/>
          <a:ea typeface="Arial"/>
          <a:cs typeface="Arial"/>
          <a:sym typeface="Arial"/>
        </a:defRPr>
      </a:lvl5pPr>
      <a:lvl6pPr marL="2489100" marR="0" indent="-203191" algn="l" defTabSz="914362" rtl="0" latinLnBrk="0">
        <a:lnSpc>
          <a:spcPct val="104999"/>
        </a:lnSpc>
        <a:spcBef>
          <a:spcPts val="1000"/>
        </a:spcBef>
        <a:spcAft>
          <a:spcPts val="0"/>
        </a:spcAft>
        <a:buClrTx/>
        <a:buSzPct val="100000"/>
        <a:buFontTx/>
        <a:buChar char="•"/>
        <a:tabLst/>
        <a:defRPr sz="1600" b="0" i="0" u="none" strike="noStrike" cap="none" spc="0" baseline="0">
          <a:solidFill>
            <a:srgbClr val="000000"/>
          </a:solidFill>
          <a:uFillTx/>
          <a:latin typeface="Arial"/>
          <a:ea typeface="Arial"/>
          <a:cs typeface="Arial"/>
          <a:sym typeface="Arial"/>
        </a:defRPr>
      </a:lvl6pPr>
      <a:lvl7pPr marL="2946281" marR="0" indent="-203192" algn="l" defTabSz="914362" rtl="0" latinLnBrk="0">
        <a:lnSpc>
          <a:spcPct val="104999"/>
        </a:lnSpc>
        <a:spcBef>
          <a:spcPts val="1000"/>
        </a:spcBef>
        <a:spcAft>
          <a:spcPts val="0"/>
        </a:spcAft>
        <a:buClrTx/>
        <a:buSzPct val="100000"/>
        <a:buFontTx/>
        <a:buChar char="•"/>
        <a:tabLst/>
        <a:defRPr sz="1600" b="0" i="0" u="none" strike="noStrike" cap="none" spc="0" baseline="0">
          <a:solidFill>
            <a:srgbClr val="000000"/>
          </a:solidFill>
          <a:uFillTx/>
          <a:latin typeface="Arial"/>
          <a:ea typeface="Arial"/>
          <a:cs typeface="Arial"/>
          <a:sym typeface="Arial"/>
        </a:defRPr>
      </a:lvl7pPr>
      <a:lvl8pPr marL="3403463" marR="0" indent="-203192" algn="l" defTabSz="914362" rtl="0" latinLnBrk="0">
        <a:lnSpc>
          <a:spcPct val="104999"/>
        </a:lnSpc>
        <a:spcBef>
          <a:spcPts val="1000"/>
        </a:spcBef>
        <a:spcAft>
          <a:spcPts val="0"/>
        </a:spcAft>
        <a:buClrTx/>
        <a:buSzPct val="100000"/>
        <a:buFontTx/>
        <a:buChar char="•"/>
        <a:tabLst/>
        <a:defRPr sz="1600" b="0" i="0" u="none" strike="noStrike" cap="none" spc="0" baseline="0">
          <a:solidFill>
            <a:srgbClr val="000000"/>
          </a:solidFill>
          <a:uFillTx/>
          <a:latin typeface="Arial"/>
          <a:ea typeface="Arial"/>
          <a:cs typeface="Arial"/>
          <a:sym typeface="Arial"/>
        </a:defRPr>
      </a:lvl8pPr>
      <a:lvl9pPr marL="3860646" marR="0" indent="-203191" algn="l" defTabSz="914362" rtl="0" latinLnBrk="0">
        <a:lnSpc>
          <a:spcPct val="104999"/>
        </a:lnSpc>
        <a:spcBef>
          <a:spcPts val="1000"/>
        </a:spcBef>
        <a:spcAft>
          <a:spcPts val="0"/>
        </a:spcAft>
        <a:buClrTx/>
        <a:buSzPct val="100000"/>
        <a:buFontTx/>
        <a:buChar char="•"/>
        <a:tabLst/>
        <a:defRPr sz="1600" b="0" i="0" u="none" strike="noStrike" cap="none" spc="0" baseline="0">
          <a:solidFill>
            <a:srgbClr val="000000"/>
          </a:solidFill>
          <a:uFillTx/>
          <a:latin typeface="Arial"/>
          <a:ea typeface="Arial"/>
          <a:cs typeface="Arial"/>
          <a:sym typeface="Arial"/>
        </a:defRPr>
      </a:lvl9pPr>
    </p:bodyStyle>
    <p:otherStyle>
      <a:lvl1pPr marL="0" marR="0" indent="0" algn="l" defTabSz="6858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rial"/>
        </a:defRPr>
      </a:lvl1pPr>
      <a:lvl2pPr marL="0" marR="0" indent="0" algn="l" defTabSz="6858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rial"/>
        </a:defRPr>
      </a:lvl2pPr>
      <a:lvl3pPr marL="0" marR="0" indent="0" algn="l" defTabSz="6858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rial"/>
        </a:defRPr>
      </a:lvl3pPr>
      <a:lvl4pPr marL="0" marR="0" indent="0" algn="l" defTabSz="6858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rial"/>
        </a:defRPr>
      </a:lvl4pPr>
      <a:lvl5pPr marL="0" marR="0" indent="0" algn="l" defTabSz="6858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rial"/>
        </a:defRPr>
      </a:lvl5pPr>
      <a:lvl6pPr marL="0" marR="0" indent="0" algn="l" defTabSz="6858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rial"/>
        </a:defRPr>
      </a:lvl6pPr>
      <a:lvl7pPr marL="0" marR="0" indent="0" algn="l" defTabSz="6858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rial"/>
        </a:defRPr>
      </a:lvl7pPr>
      <a:lvl8pPr marL="0" marR="0" indent="0" algn="l" defTabSz="6858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rial"/>
        </a:defRPr>
      </a:lvl8pPr>
      <a:lvl9pPr marL="0" marR="0" indent="0" algn="l" defTabSz="6858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Rectangle 123"/>
          <p:cNvSpPr/>
          <p:nvPr/>
        </p:nvSpPr>
        <p:spPr>
          <a:xfrm>
            <a:off x="195064" y="911361"/>
            <a:ext cx="1386013" cy="1512093"/>
          </a:xfrm>
          <a:prstGeom prst="rect">
            <a:avLst/>
          </a:prstGeom>
          <a:solidFill>
            <a:srgbClr val="FFFFFF"/>
          </a:solidFill>
          <a:ln w="6350">
            <a:solidFill>
              <a:srgbClr val="FF462C"/>
            </a:solidFill>
            <a:miter/>
          </a:ln>
        </p:spPr>
        <p:txBody>
          <a:bodyPr lIns="45718" tIns="45718" rIns="45718" bIns="45718" anchor="ctr"/>
          <a:lstStyle/>
          <a:p>
            <a:pPr algn="ctr">
              <a:defRPr sz="1600">
                <a:solidFill>
                  <a:srgbClr val="FFFFFF"/>
                </a:solidFill>
                <a:latin typeface="+mn-lt"/>
                <a:ea typeface="+mn-ea"/>
                <a:cs typeface="+mn-cs"/>
                <a:sym typeface="Calibri"/>
              </a:defRPr>
            </a:pPr>
            <a:endParaRPr/>
          </a:p>
        </p:txBody>
      </p:sp>
      <p:sp>
        <p:nvSpPr>
          <p:cNvPr id="274" name="Rectangle 129"/>
          <p:cNvSpPr/>
          <p:nvPr/>
        </p:nvSpPr>
        <p:spPr>
          <a:xfrm>
            <a:off x="9484768" y="912035"/>
            <a:ext cx="2573380" cy="5698276"/>
          </a:xfrm>
          <a:prstGeom prst="rect">
            <a:avLst/>
          </a:prstGeom>
          <a:solidFill>
            <a:srgbClr val="FFFFFF"/>
          </a:solidFill>
          <a:ln w="6350">
            <a:solidFill>
              <a:srgbClr val="FF462C"/>
            </a:solidFill>
            <a:miter/>
          </a:ln>
        </p:spPr>
        <p:txBody>
          <a:bodyPr lIns="45718" tIns="45718" rIns="45718" bIns="45718" anchor="ctr"/>
          <a:lstStyle/>
          <a:p>
            <a:pPr algn="ctr">
              <a:defRPr sz="1600">
                <a:solidFill>
                  <a:srgbClr val="FFFFFF"/>
                </a:solidFill>
                <a:latin typeface="+mn-lt"/>
                <a:ea typeface="+mn-ea"/>
                <a:cs typeface="+mn-cs"/>
                <a:sym typeface="Calibri"/>
              </a:defRPr>
            </a:pPr>
            <a:endParaRPr/>
          </a:p>
        </p:txBody>
      </p:sp>
      <p:grpSp>
        <p:nvGrpSpPr>
          <p:cNvPr id="277" name="Rectangle 74"/>
          <p:cNvGrpSpPr/>
          <p:nvPr/>
        </p:nvGrpSpPr>
        <p:grpSpPr>
          <a:xfrm>
            <a:off x="9571026" y="4718670"/>
            <a:ext cx="2386841" cy="1518444"/>
            <a:chOff x="0" y="0"/>
            <a:chExt cx="2386839" cy="1518442"/>
          </a:xfrm>
        </p:grpSpPr>
        <p:sp>
          <p:nvSpPr>
            <p:cNvPr id="275" name="Rectangle"/>
            <p:cNvSpPr/>
            <p:nvPr/>
          </p:nvSpPr>
          <p:spPr>
            <a:xfrm>
              <a:off x="0" y="0"/>
              <a:ext cx="2386840" cy="1518444"/>
            </a:xfrm>
            <a:prstGeom prst="rect">
              <a:avLst/>
            </a:prstGeom>
            <a:solidFill>
              <a:srgbClr val="FFFFFF"/>
            </a:solidFill>
            <a:ln w="6350" cap="flat">
              <a:solidFill>
                <a:srgbClr val="FF462C"/>
              </a:solidFill>
              <a:prstDash val="solid"/>
              <a:miter lim="800000"/>
            </a:ln>
            <a:effectLst/>
          </p:spPr>
          <p:txBody>
            <a:bodyPr wrap="square" lIns="45718" tIns="45718" rIns="45718" bIns="45718" numCol="1" anchor="ctr">
              <a:noAutofit/>
            </a:bodyPr>
            <a:lstStyle/>
            <a:p>
              <a:pPr algn="ctr">
                <a:defRPr sz="1000">
                  <a:solidFill>
                    <a:srgbClr val="FFFFFF"/>
                  </a:solidFill>
                  <a:latin typeface="+mn-lt"/>
                  <a:ea typeface="+mn-ea"/>
                  <a:cs typeface="+mn-cs"/>
                  <a:sym typeface="Calibri"/>
                </a:defRPr>
              </a:pPr>
              <a:endParaRPr/>
            </a:p>
          </p:txBody>
        </p:sp>
        <p:sp>
          <p:nvSpPr>
            <p:cNvPr id="276" name="Yashwantrao Chavan College of Engineering, Nagpur   BE, Computer Technology (2005 - 2009)"/>
            <p:cNvSpPr/>
            <p:nvPr/>
          </p:nvSpPr>
          <p:spPr>
            <a:xfrm>
              <a:off x="48894" y="759219"/>
              <a:ext cx="228905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lvl1pPr algn="ctr">
                <a:defRPr sz="1000" i="1">
                  <a:latin typeface="IBM Plex Sans"/>
                  <a:ea typeface="IBM Plex Sans"/>
                  <a:cs typeface="IBM Plex Sans"/>
                  <a:sym typeface="IBM Plex Sans"/>
                </a:defRPr>
              </a:lvl1pPr>
            </a:lstStyle>
            <a:p>
              <a:r>
                <a:t>Yashwantrao Chavan College of Engineering, Nagpur   BE, Computer Technology (2005 - 2009)    </a:t>
              </a:r>
            </a:p>
          </p:txBody>
        </p:sp>
      </p:grpSp>
      <p:grpSp>
        <p:nvGrpSpPr>
          <p:cNvPr id="280" name="Rectangle 33"/>
          <p:cNvGrpSpPr/>
          <p:nvPr/>
        </p:nvGrpSpPr>
        <p:grpSpPr>
          <a:xfrm>
            <a:off x="9945356" y="4498666"/>
            <a:ext cx="1538562" cy="523237"/>
            <a:chOff x="-1" y="0"/>
            <a:chExt cx="1538560" cy="523235"/>
          </a:xfrm>
        </p:grpSpPr>
        <p:sp>
          <p:nvSpPr>
            <p:cNvPr id="278" name="Rectangle"/>
            <p:cNvSpPr/>
            <p:nvPr/>
          </p:nvSpPr>
          <p:spPr>
            <a:xfrm>
              <a:off x="-2" y="128767"/>
              <a:ext cx="1538561" cy="265709"/>
            </a:xfrm>
            <a:prstGeom prst="rect">
              <a:avLst/>
            </a:prstGeom>
            <a:solidFill>
              <a:srgbClr val="FFFFFF"/>
            </a:solidFill>
            <a:ln w="12700" cap="flat">
              <a:noFill/>
              <a:miter lim="400000"/>
            </a:ln>
            <a:effectLst/>
          </p:spPr>
          <p:txBody>
            <a:bodyPr wrap="square" lIns="45718" tIns="45718" rIns="45718" bIns="45718" numCol="1" anchor="ctr">
              <a:noAutofit/>
            </a:bodyPr>
            <a:lstStyle/>
            <a:p>
              <a:pPr algn="ctr">
                <a:defRPr>
                  <a:solidFill>
                    <a:srgbClr val="051243"/>
                  </a:solidFill>
                  <a:latin typeface="Arial"/>
                  <a:ea typeface="Arial"/>
                  <a:cs typeface="Arial"/>
                  <a:sym typeface="Arial"/>
                </a:defRPr>
              </a:pPr>
              <a:endParaRPr/>
            </a:p>
          </p:txBody>
        </p:sp>
        <p:sp>
          <p:nvSpPr>
            <p:cNvPr id="279" name="Education &amp; Affiliations"/>
            <p:cNvSpPr txBox="1"/>
            <p:nvPr/>
          </p:nvSpPr>
          <p:spPr>
            <a:xfrm>
              <a:off x="45718" y="0"/>
              <a:ext cx="1447123" cy="52323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lvl1pPr algn="ctr">
                <a:defRPr sz="1400" b="1">
                  <a:solidFill>
                    <a:srgbClr val="051243"/>
                  </a:solidFill>
                  <a:latin typeface="IBM Plex Sans"/>
                  <a:ea typeface="IBM Plex Sans"/>
                  <a:cs typeface="IBM Plex Sans"/>
                  <a:sym typeface="IBM Plex Sans"/>
                </a:defRPr>
              </a:lvl1pPr>
            </a:lstStyle>
            <a:p>
              <a:r>
                <a:t>Education &amp; Affiliations</a:t>
              </a:r>
            </a:p>
          </p:txBody>
        </p:sp>
      </p:grpSp>
      <p:grpSp>
        <p:nvGrpSpPr>
          <p:cNvPr id="283" name="Rectangle 41"/>
          <p:cNvGrpSpPr/>
          <p:nvPr/>
        </p:nvGrpSpPr>
        <p:grpSpPr>
          <a:xfrm>
            <a:off x="9521216" y="2100223"/>
            <a:ext cx="2386840" cy="2304192"/>
            <a:chOff x="-1" y="0"/>
            <a:chExt cx="2386838" cy="2304191"/>
          </a:xfrm>
        </p:grpSpPr>
        <p:sp>
          <p:nvSpPr>
            <p:cNvPr id="281" name="Rectangle"/>
            <p:cNvSpPr/>
            <p:nvPr/>
          </p:nvSpPr>
          <p:spPr>
            <a:xfrm>
              <a:off x="-2" y="-1"/>
              <a:ext cx="2386840" cy="2304192"/>
            </a:xfrm>
            <a:prstGeom prst="rect">
              <a:avLst/>
            </a:prstGeom>
            <a:solidFill>
              <a:srgbClr val="FFFFFF"/>
            </a:solidFill>
            <a:ln w="6350" cap="flat">
              <a:solidFill>
                <a:srgbClr val="FF462C"/>
              </a:solidFill>
              <a:prstDash val="solid"/>
              <a:miter lim="800000"/>
            </a:ln>
            <a:effectLst/>
          </p:spPr>
          <p:txBody>
            <a:bodyPr wrap="square" lIns="45718" tIns="45718" rIns="45718" bIns="45718" numCol="1" anchor="ctr">
              <a:noAutofit/>
            </a:bodyPr>
            <a:lstStyle/>
            <a:p>
              <a:pPr>
                <a:spcBef>
                  <a:spcPts val="400"/>
                </a:spcBef>
                <a:defRPr sz="1000">
                  <a:latin typeface="IBM Plex Sans"/>
                  <a:ea typeface="IBM Plex Sans"/>
                  <a:cs typeface="IBM Plex Sans"/>
                  <a:sym typeface="IBM Plex Sans"/>
                </a:defRPr>
              </a:pPr>
              <a:endParaRPr/>
            </a:p>
          </p:txBody>
        </p:sp>
        <p:sp>
          <p:nvSpPr>
            <p:cNvPr id="282" name="CTO CoE Client based Led Innovation Award…"/>
            <p:cNvSpPr txBox="1"/>
            <p:nvPr/>
          </p:nvSpPr>
          <p:spPr>
            <a:xfrm>
              <a:off x="3173" y="369775"/>
              <a:ext cx="2380490" cy="156463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p>
              <a:pPr marL="171450" indent="-171450">
                <a:spcBef>
                  <a:spcPts val="400"/>
                </a:spcBef>
                <a:buSzPct val="100000"/>
                <a:buFont typeface="Arial"/>
                <a:buChar char="•"/>
                <a:defRPr sz="1000">
                  <a:latin typeface="IBM Plex Sans"/>
                  <a:ea typeface="IBM Plex Sans"/>
                  <a:cs typeface="IBM Plex Sans"/>
                  <a:sym typeface="IBM Plex Sans"/>
                </a:defRPr>
              </a:pPr>
              <a:r>
                <a:t>CTO CoE Client based Led Innovation Award</a:t>
              </a:r>
            </a:p>
            <a:p>
              <a:pPr marL="171450" indent="-171450">
                <a:spcBef>
                  <a:spcPts val="400"/>
                </a:spcBef>
                <a:buSzPct val="100000"/>
                <a:buFont typeface="Arial"/>
                <a:buChar char="•"/>
                <a:defRPr sz="1000">
                  <a:latin typeface="IBM Plex Sans"/>
                  <a:ea typeface="IBM Plex Sans"/>
                  <a:cs typeface="IBM Plex Sans"/>
                  <a:sym typeface="IBM Plex Sans"/>
                </a:defRPr>
              </a:pPr>
              <a:r>
                <a:t>Many Special Initiative awards for process improvement plans, on the spot awards and beyond performance award</a:t>
              </a:r>
            </a:p>
            <a:p>
              <a:pPr marL="171450" indent="-171450">
                <a:spcBef>
                  <a:spcPts val="400"/>
                </a:spcBef>
                <a:buSzPct val="100000"/>
                <a:buFont typeface="Arial"/>
                <a:buChar char="•"/>
                <a:defRPr sz="1000">
                  <a:latin typeface="IBM Plex Sans"/>
                  <a:ea typeface="IBM Plex Sans"/>
                  <a:cs typeface="IBM Plex Sans"/>
                  <a:sym typeface="IBM Plex Sans"/>
                </a:defRPr>
              </a:pPr>
              <a:r>
                <a:t>Received star of the month award for working in multiple projects and delivering quality deliverables.</a:t>
              </a:r>
            </a:p>
          </p:txBody>
        </p:sp>
      </p:grpSp>
      <p:grpSp>
        <p:nvGrpSpPr>
          <p:cNvPr id="286" name="Title 2"/>
          <p:cNvGrpSpPr/>
          <p:nvPr/>
        </p:nvGrpSpPr>
        <p:grpSpPr>
          <a:xfrm>
            <a:off x="-3" y="13753"/>
            <a:ext cx="12192007" cy="675041"/>
            <a:chOff x="-1" y="-1"/>
            <a:chExt cx="12192006" cy="675039"/>
          </a:xfrm>
        </p:grpSpPr>
        <p:sp>
          <p:nvSpPr>
            <p:cNvPr id="284" name="Rectangle"/>
            <p:cNvSpPr/>
            <p:nvPr/>
          </p:nvSpPr>
          <p:spPr>
            <a:xfrm>
              <a:off x="-2" y="-2"/>
              <a:ext cx="12192007" cy="675041"/>
            </a:xfrm>
            <a:prstGeom prst="rect">
              <a:avLst/>
            </a:prstGeom>
            <a:solidFill>
              <a:srgbClr val="FF462C"/>
            </a:solidFill>
            <a:ln w="12700" cap="flat">
              <a:noFill/>
              <a:miter lim="400000"/>
            </a:ln>
            <a:effectLst/>
          </p:spPr>
          <p:txBody>
            <a:bodyPr wrap="square" lIns="45718" tIns="45718" rIns="45718" bIns="45718" numCol="1" anchor="ctr">
              <a:noAutofit/>
            </a:bodyPr>
            <a:lstStyle/>
            <a:p>
              <a:pPr>
                <a:defRPr sz="1000">
                  <a:solidFill>
                    <a:srgbClr val="FFFFFF"/>
                  </a:solidFill>
                  <a:latin typeface="IBM Plex Sans"/>
                  <a:ea typeface="IBM Plex Sans"/>
                  <a:cs typeface="IBM Plex Sans"/>
                  <a:sym typeface="IBM Plex Sans"/>
                </a:defRPr>
              </a:pPr>
              <a:endParaRPr/>
            </a:p>
          </p:txBody>
        </p:sp>
        <p:sp>
          <p:nvSpPr>
            <p:cNvPr id="285" name="KYNDRYL CTO CoE - Talent Profile"/>
            <p:cNvSpPr txBox="1"/>
            <p:nvPr/>
          </p:nvSpPr>
          <p:spPr>
            <a:xfrm>
              <a:off x="44278" y="121364"/>
              <a:ext cx="12102007" cy="45973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p>
              <a:pPr lvl="1" indent="457200">
                <a:defRPr sz="2400" b="1">
                  <a:solidFill>
                    <a:srgbClr val="FFFFFF"/>
                  </a:solidFill>
                  <a:latin typeface="IBM Plex Sans"/>
                  <a:ea typeface="IBM Plex Sans"/>
                  <a:cs typeface="IBM Plex Sans"/>
                  <a:sym typeface="IBM Plex Sans"/>
                </a:defRPr>
              </a:pPr>
              <a:r>
                <a:t>KYNDRYL </a:t>
              </a:r>
              <a:r>
                <a:rPr sz="2000" b="0"/>
                <a:t>CTO CoE - Talent Profile</a:t>
              </a:r>
            </a:p>
          </p:txBody>
        </p:sp>
      </p:grpSp>
      <p:sp>
        <p:nvSpPr>
          <p:cNvPr id="287" name="Rectangle 119"/>
          <p:cNvSpPr/>
          <p:nvPr/>
        </p:nvSpPr>
        <p:spPr>
          <a:xfrm>
            <a:off x="2021464" y="2640856"/>
            <a:ext cx="3303542" cy="2405126"/>
          </a:xfrm>
          <a:prstGeom prst="rect">
            <a:avLst/>
          </a:prstGeom>
          <a:solidFill>
            <a:srgbClr val="FFFFFF"/>
          </a:solidFill>
          <a:ln w="6350">
            <a:solidFill>
              <a:srgbClr val="FF462C"/>
            </a:solidFill>
            <a:miter/>
          </a:ln>
        </p:spPr>
        <p:txBody>
          <a:bodyPr lIns="45718" tIns="45718" rIns="45718" bIns="45718" anchor="ctr"/>
          <a:lstStyle/>
          <a:p>
            <a:pPr algn="ctr">
              <a:defRPr sz="1600">
                <a:solidFill>
                  <a:srgbClr val="FFFFFF"/>
                </a:solidFill>
                <a:latin typeface="+mn-lt"/>
                <a:ea typeface="+mn-ea"/>
                <a:cs typeface="+mn-cs"/>
                <a:sym typeface="Calibri"/>
              </a:defRPr>
            </a:pPr>
            <a:endParaRPr/>
          </a:p>
        </p:txBody>
      </p:sp>
      <p:sp>
        <p:nvSpPr>
          <p:cNvPr id="288" name="Rectangle 120"/>
          <p:cNvSpPr txBox="1"/>
          <p:nvPr/>
        </p:nvSpPr>
        <p:spPr>
          <a:xfrm>
            <a:off x="2098893" y="2808098"/>
            <a:ext cx="3039224" cy="16773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8" tIns="45718" rIns="45718" bIns="45718" anchor="t">
            <a:spAutoFit/>
          </a:bodyPr>
          <a:lstStyle/>
          <a:p>
            <a:pPr marL="171450" indent="-171450">
              <a:spcBef>
                <a:spcPts val="300"/>
              </a:spcBef>
              <a:buSzPct val="100000"/>
              <a:buFont typeface="Arial"/>
              <a:buChar char="•"/>
              <a:defRPr sz="1100">
                <a:latin typeface="IBM Plex Sans"/>
                <a:ea typeface="IBM Plex Sans"/>
                <a:cs typeface="IBM Plex Sans"/>
                <a:sym typeface="IBM Plex Sans"/>
              </a:defRPr>
            </a:pPr>
            <a:r>
              <a:t>IT Industry  - Kyndryl, IBM, TCS</a:t>
            </a:r>
          </a:p>
          <a:p>
            <a:pPr marL="171450" indent="-171450">
              <a:spcBef>
                <a:spcPts val="300"/>
              </a:spcBef>
              <a:buSzPct val="100000"/>
              <a:buFont typeface="Arial"/>
              <a:buChar char="•"/>
              <a:defRPr sz="1100">
                <a:latin typeface="IBM Plex Sans"/>
                <a:ea typeface="IBM Plex Sans"/>
                <a:cs typeface="IBM Plex Sans"/>
                <a:sym typeface="IBM Plex Sans"/>
              </a:defRPr>
            </a:pPr>
            <a:r>
              <a:t>Banking - </a:t>
            </a:r>
            <a:r>
              <a:rPr err="1"/>
              <a:t>RBiH</a:t>
            </a:r>
          </a:p>
          <a:p>
            <a:pPr marL="171450" indent="-171450">
              <a:spcBef>
                <a:spcPts val="300"/>
              </a:spcBef>
              <a:buSzPct val="100000"/>
              <a:buFont typeface="Arial"/>
              <a:buChar char="•"/>
              <a:defRPr sz="1100">
                <a:latin typeface="IBM Plex Sans"/>
                <a:ea typeface="IBM Plex Sans"/>
                <a:cs typeface="IBM Plex Sans"/>
                <a:sym typeface="IBM Plex Sans"/>
              </a:defRPr>
            </a:pPr>
            <a:r>
              <a:t>Government  -  </a:t>
            </a:r>
            <a:r>
              <a:rPr err="1"/>
              <a:t>eGovernance</a:t>
            </a:r>
            <a:r>
              <a:t> of Karnataka </a:t>
            </a:r>
          </a:p>
          <a:p>
            <a:pPr marL="171450" indent="-171450">
              <a:spcBef>
                <a:spcPts val="300"/>
              </a:spcBef>
              <a:buSzPct val="100000"/>
              <a:buFont typeface="Arial"/>
              <a:buChar char="•"/>
              <a:defRPr sz="1100">
                <a:latin typeface="IBM Plex Sans"/>
                <a:ea typeface="IBM Plex Sans"/>
                <a:cs typeface="IBM Plex Sans"/>
                <a:sym typeface="IBM Plex Sans"/>
              </a:defRPr>
            </a:pPr>
            <a:r>
              <a:t>Railway - BNSF</a:t>
            </a:r>
          </a:p>
          <a:p>
            <a:pPr marL="171450" indent="-171450">
              <a:spcBef>
                <a:spcPts val="300"/>
              </a:spcBef>
              <a:buSzPct val="100000"/>
              <a:buFont typeface="Arial"/>
              <a:buChar char="•"/>
              <a:defRPr sz="1100">
                <a:latin typeface="IBM Plex Sans"/>
                <a:ea typeface="IBM Plex Sans"/>
                <a:cs typeface="IBM Plex Sans"/>
                <a:sym typeface="IBM Plex Sans"/>
              </a:defRPr>
            </a:pPr>
            <a:r>
              <a:t>Aviation – Bangalore International Airport Ltd</a:t>
            </a:r>
          </a:p>
          <a:p>
            <a:pPr marL="171450" indent="-171450">
              <a:spcBef>
                <a:spcPts val="300"/>
              </a:spcBef>
              <a:buSzPct val="100000"/>
              <a:buFont typeface="Arial"/>
              <a:buChar char="•"/>
              <a:defRPr sz="1100">
                <a:latin typeface="IBM Plex Sans"/>
                <a:ea typeface="IBM Plex Sans"/>
                <a:cs typeface="IBM Plex Sans"/>
                <a:sym typeface="IBM Plex Sans"/>
              </a:defRPr>
            </a:pPr>
            <a:r>
              <a:rPr lang="en-GB"/>
              <a:t>Education – Jain University</a:t>
            </a:r>
          </a:p>
          <a:p>
            <a:pPr marL="171450" indent="-171450">
              <a:spcBef>
                <a:spcPts val="300"/>
              </a:spcBef>
              <a:buSzPct val="100000"/>
              <a:buFont typeface="Arial"/>
              <a:buChar char="•"/>
              <a:defRPr sz="1100">
                <a:latin typeface="IBM Plex Sans"/>
                <a:ea typeface="IBM Plex Sans"/>
                <a:cs typeface="IBM Plex Sans"/>
                <a:sym typeface="IBM Plex Sans"/>
              </a:defRPr>
            </a:pPr>
            <a:r>
              <a:t>API Manager - WSO2</a:t>
            </a:r>
          </a:p>
        </p:txBody>
      </p:sp>
      <p:grpSp>
        <p:nvGrpSpPr>
          <p:cNvPr id="291" name="Rectangle 103"/>
          <p:cNvGrpSpPr/>
          <p:nvPr/>
        </p:nvGrpSpPr>
        <p:grpSpPr>
          <a:xfrm>
            <a:off x="2702578" y="2507057"/>
            <a:ext cx="1988795" cy="307337"/>
            <a:chOff x="0" y="0"/>
            <a:chExt cx="1988794" cy="307335"/>
          </a:xfrm>
        </p:grpSpPr>
        <p:sp>
          <p:nvSpPr>
            <p:cNvPr id="289" name="Rectangle"/>
            <p:cNvSpPr/>
            <p:nvPr/>
          </p:nvSpPr>
          <p:spPr>
            <a:xfrm>
              <a:off x="-1" y="6297"/>
              <a:ext cx="1988796" cy="294749"/>
            </a:xfrm>
            <a:prstGeom prst="rect">
              <a:avLst/>
            </a:prstGeom>
            <a:solidFill>
              <a:srgbClr val="FFFFFF"/>
            </a:solidFill>
            <a:ln w="12700" cap="flat">
              <a:noFill/>
              <a:miter lim="400000"/>
            </a:ln>
            <a:effectLst/>
          </p:spPr>
          <p:txBody>
            <a:bodyPr wrap="square" lIns="45718" tIns="45718" rIns="45718" bIns="45718" numCol="1" anchor="ctr">
              <a:noAutofit/>
            </a:bodyPr>
            <a:lstStyle/>
            <a:p>
              <a:pPr algn="ctr">
                <a:defRPr>
                  <a:solidFill>
                    <a:srgbClr val="051243"/>
                  </a:solidFill>
                  <a:latin typeface="Arial"/>
                  <a:ea typeface="Arial"/>
                  <a:cs typeface="Arial"/>
                  <a:sym typeface="Arial"/>
                </a:defRPr>
              </a:pPr>
              <a:endParaRPr/>
            </a:p>
          </p:txBody>
        </p:sp>
        <p:sp>
          <p:nvSpPr>
            <p:cNvPr id="290" name="Industry Expertise"/>
            <p:cNvSpPr txBox="1"/>
            <p:nvPr/>
          </p:nvSpPr>
          <p:spPr>
            <a:xfrm>
              <a:off x="45719" y="0"/>
              <a:ext cx="1897356" cy="30733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lvl1pPr algn="ctr">
                <a:defRPr sz="1400" b="1">
                  <a:solidFill>
                    <a:srgbClr val="051243"/>
                  </a:solidFill>
                  <a:latin typeface="IBM Plex Sans"/>
                  <a:ea typeface="IBM Plex Sans"/>
                  <a:cs typeface="IBM Plex Sans"/>
                  <a:sym typeface="IBM Plex Sans"/>
                </a:defRPr>
              </a:lvl1pPr>
            </a:lstStyle>
            <a:p>
              <a:r>
                <a:t>Industry Expertise</a:t>
              </a:r>
            </a:p>
          </p:txBody>
        </p:sp>
      </p:grpSp>
      <p:sp>
        <p:nvSpPr>
          <p:cNvPr id="292" name="Rectangle 123"/>
          <p:cNvSpPr/>
          <p:nvPr/>
        </p:nvSpPr>
        <p:spPr>
          <a:xfrm>
            <a:off x="5528073" y="2628400"/>
            <a:ext cx="3843061" cy="2430041"/>
          </a:xfrm>
          <a:prstGeom prst="rect">
            <a:avLst/>
          </a:prstGeom>
          <a:solidFill>
            <a:srgbClr val="FFFFFF"/>
          </a:solidFill>
          <a:ln w="6350">
            <a:solidFill>
              <a:srgbClr val="FF462C"/>
            </a:solidFill>
            <a:miter/>
          </a:ln>
        </p:spPr>
        <p:txBody>
          <a:bodyPr lIns="45718" tIns="45718" rIns="45718" bIns="45718" anchor="ctr"/>
          <a:lstStyle/>
          <a:p>
            <a:pPr algn="ctr">
              <a:defRPr sz="1600">
                <a:solidFill>
                  <a:srgbClr val="FFFFFF"/>
                </a:solidFill>
                <a:latin typeface="+mn-lt"/>
                <a:ea typeface="+mn-ea"/>
                <a:cs typeface="+mn-cs"/>
                <a:sym typeface="Calibri"/>
              </a:defRPr>
            </a:pPr>
            <a:endParaRPr/>
          </a:p>
        </p:txBody>
      </p:sp>
      <p:grpSp>
        <p:nvGrpSpPr>
          <p:cNvPr id="295" name="Rectangle 125"/>
          <p:cNvGrpSpPr/>
          <p:nvPr/>
        </p:nvGrpSpPr>
        <p:grpSpPr>
          <a:xfrm>
            <a:off x="6387846" y="2497738"/>
            <a:ext cx="2243596" cy="307337"/>
            <a:chOff x="0" y="0"/>
            <a:chExt cx="2243595" cy="307335"/>
          </a:xfrm>
        </p:grpSpPr>
        <p:sp>
          <p:nvSpPr>
            <p:cNvPr id="293" name="Rectangle"/>
            <p:cNvSpPr/>
            <p:nvPr/>
          </p:nvSpPr>
          <p:spPr>
            <a:xfrm>
              <a:off x="0" y="6297"/>
              <a:ext cx="2243596" cy="294749"/>
            </a:xfrm>
            <a:prstGeom prst="rect">
              <a:avLst/>
            </a:prstGeom>
            <a:solidFill>
              <a:srgbClr val="FFFFFF"/>
            </a:solidFill>
            <a:ln w="12700" cap="flat">
              <a:noFill/>
              <a:miter lim="400000"/>
            </a:ln>
            <a:effectLst/>
          </p:spPr>
          <p:txBody>
            <a:bodyPr wrap="square" lIns="45718" tIns="45718" rIns="45718" bIns="45718" numCol="1" anchor="ctr">
              <a:noAutofit/>
            </a:bodyPr>
            <a:lstStyle/>
            <a:p>
              <a:pPr algn="ctr">
                <a:defRPr>
                  <a:solidFill>
                    <a:srgbClr val="051243"/>
                  </a:solidFill>
                  <a:latin typeface="Arial"/>
                  <a:ea typeface="Arial"/>
                  <a:cs typeface="Arial"/>
                  <a:sym typeface="Arial"/>
                </a:defRPr>
              </a:pPr>
              <a:endParaRPr/>
            </a:p>
          </p:txBody>
        </p:sp>
        <p:sp>
          <p:nvSpPr>
            <p:cNvPr id="294" name="Domain Expertise"/>
            <p:cNvSpPr txBox="1"/>
            <p:nvPr/>
          </p:nvSpPr>
          <p:spPr>
            <a:xfrm>
              <a:off x="45718" y="0"/>
              <a:ext cx="2152158" cy="30733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lvl1pPr algn="ctr">
                <a:defRPr sz="1400" b="1">
                  <a:solidFill>
                    <a:srgbClr val="051243"/>
                  </a:solidFill>
                  <a:latin typeface="IBM Plex Sans"/>
                  <a:ea typeface="IBM Plex Sans"/>
                  <a:cs typeface="IBM Plex Sans"/>
                  <a:sym typeface="IBM Plex Sans"/>
                </a:defRPr>
              </a:lvl1pPr>
            </a:lstStyle>
            <a:p>
              <a:r>
                <a:t>Domain Expertise</a:t>
              </a:r>
            </a:p>
          </p:txBody>
        </p:sp>
      </p:grpSp>
      <p:sp>
        <p:nvSpPr>
          <p:cNvPr id="296" name="Rectangle 126"/>
          <p:cNvSpPr/>
          <p:nvPr/>
        </p:nvSpPr>
        <p:spPr>
          <a:xfrm>
            <a:off x="1999781" y="910210"/>
            <a:ext cx="7346765" cy="1577053"/>
          </a:xfrm>
          <a:prstGeom prst="rect">
            <a:avLst/>
          </a:prstGeom>
          <a:solidFill>
            <a:srgbClr val="FFFFFF"/>
          </a:solidFill>
          <a:ln w="6350">
            <a:solidFill>
              <a:srgbClr val="FF462C"/>
            </a:solidFill>
            <a:miter/>
          </a:ln>
        </p:spPr>
        <p:txBody>
          <a:bodyPr lIns="45718" tIns="45718" rIns="45718" bIns="45718" anchor="ctr"/>
          <a:lstStyle/>
          <a:p>
            <a:pPr algn="ctr">
              <a:defRPr sz="1600">
                <a:solidFill>
                  <a:srgbClr val="FFFFFF"/>
                </a:solidFill>
                <a:latin typeface="+mn-lt"/>
                <a:ea typeface="+mn-ea"/>
                <a:cs typeface="+mn-cs"/>
                <a:sym typeface="Calibri"/>
              </a:defRPr>
            </a:pPr>
            <a:endParaRPr/>
          </a:p>
        </p:txBody>
      </p:sp>
      <p:sp>
        <p:nvSpPr>
          <p:cNvPr id="297" name="Rectangle 127"/>
          <p:cNvSpPr txBox="1"/>
          <p:nvPr/>
        </p:nvSpPr>
        <p:spPr>
          <a:xfrm>
            <a:off x="2004831" y="1005376"/>
            <a:ext cx="7056183" cy="156965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8" tIns="45718" rIns="45718" bIns="45718" anchor="t">
            <a:spAutoFit/>
          </a:bodyPr>
          <a:lstStyle/>
          <a:p>
            <a:pPr>
              <a:defRPr sz="1200">
                <a:latin typeface="IBM Plex Sans"/>
                <a:ea typeface="IBM Plex Sans"/>
                <a:cs typeface="IBM Plex Sans"/>
                <a:sym typeface="IBM Plex Sans"/>
              </a:defRPr>
            </a:pPr>
            <a:r>
              <a:rPr lang="en-US" dirty="0"/>
              <a:t>16</a:t>
            </a:r>
            <a:r>
              <a:rPr dirty="0"/>
              <a:t> years of work experience in IT industry working primarily as full stack software developer having experience of software life cycle development in developing product software and automation software. Technological forte includes Java Spring boot, J2EE, </a:t>
            </a:r>
            <a:r>
              <a:rPr lang="en-GB" dirty="0"/>
              <a:t>Python, Kafka, Ansible</a:t>
            </a:r>
            <a:r>
              <a:rPr dirty="0"/>
              <a:t>, DevOps, API programming, ReactJS/Hibernate/</a:t>
            </a:r>
            <a:r>
              <a:rPr dirty="0" err="1"/>
              <a:t>EmberJS</a:t>
            </a:r>
            <a:r>
              <a:rPr dirty="0"/>
              <a:t>.</a:t>
            </a:r>
          </a:p>
          <a:p>
            <a:pPr>
              <a:defRPr sz="1200">
                <a:latin typeface="IBM Plex Sans"/>
                <a:ea typeface="IBM Plex Sans"/>
                <a:cs typeface="IBM Plex Sans"/>
                <a:sym typeface="IBM Plex Sans"/>
              </a:defRPr>
            </a:pPr>
            <a:endParaRPr/>
          </a:p>
          <a:p>
            <a:pPr>
              <a:defRPr sz="1200">
                <a:latin typeface="IBM Plex Sans"/>
                <a:ea typeface="IBM Plex Sans"/>
                <a:cs typeface="IBM Plex Sans"/>
                <a:sym typeface="IBM Plex Sans"/>
              </a:defRPr>
            </a:pPr>
            <a:r>
              <a:t>Key areas of experience have been project research, innovation, requirements analysis, development, delivery, preparing technical specifications, release management, application enhancements and supports.</a:t>
            </a:r>
          </a:p>
        </p:txBody>
      </p:sp>
      <p:grpSp>
        <p:nvGrpSpPr>
          <p:cNvPr id="300" name="Rectangle 128"/>
          <p:cNvGrpSpPr/>
          <p:nvPr/>
        </p:nvGrpSpPr>
        <p:grpSpPr>
          <a:xfrm>
            <a:off x="4583152" y="747589"/>
            <a:ext cx="2196794" cy="307337"/>
            <a:chOff x="0" y="0"/>
            <a:chExt cx="2196793" cy="307335"/>
          </a:xfrm>
        </p:grpSpPr>
        <p:sp>
          <p:nvSpPr>
            <p:cNvPr id="298" name="Rectangle"/>
            <p:cNvSpPr/>
            <p:nvPr/>
          </p:nvSpPr>
          <p:spPr>
            <a:xfrm>
              <a:off x="-1" y="6297"/>
              <a:ext cx="2196795" cy="294749"/>
            </a:xfrm>
            <a:prstGeom prst="rect">
              <a:avLst/>
            </a:prstGeom>
            <a:solidFill>
              <a:srgbClr val="FFFFFF"/>
            </a:solidFill>
            <a:ln w="12700" cap="flat">
              <a:noFill/>
              <a:miter lim="400000"/>
            </a:ln>
            <a:effectLst/>
          </p:spPr>
          <p:txBody>
            <a:bodyPr wrap="square" lIns="45718" tIns="45718" rIns="45718" bIns="45718" numCol="1" anchor="ctr">
              <a:noAutofit/>
            </a:bodyPr>
            <a:lstStyle/>
            <a:p>
              <a:pPr algn="ctr">
                <a:defRPr>
                  <a:solidFill>
                    <a:srgbClr val="051243"/>
                  </a:solidFill>
                  <a:latin typeface="Arial"/>
                  <a:ea typeface="Arial"/>
                  <a:cs typeface="Arial"/>
                  <a:sym typeface="Arial"/>
                </a:defRPr>
              </a:pPr>
              <a:endParaRPr/>
            </a:p>
          </p:txBody>
        </p:sp>
        <p:sp>
          <p:nvSpPr>
            <p:cNvPr id="299" name="Bio Synopsis"/>
            <p:cNvSpPr txBox="1"/>
            <p:nvPr/>
          </p:nvSpPr>
          <p:spPr>
            <a:xfrm>
              <a:off x="45718" y="0"/>
              <a:ext cx="2105356" cy="30733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lvl1pPr algn="ctr">
                <a:defRPr sz="1400" b="1">
                  <a:solidFill>
                    <a:srgbClr val="051243"/>
                  </a:solidFill>
                  <a:latin typeface="IBM Plex Sans"/>
                  <a:ea typeface="IBM Plex Sans"/>
                  <a:cs typeface="IBM Plex Sans"/>
                  <a:sym typeface="IBM Plex Sans"/>
                </a:defRPr>
              </a:lvl1pPr>
            </a:lstStyle>
            <a:p>
              <a:r>
                <a:t>Bio Synopsis</a:t>
              </a:r>
            </a:p>
          </p:txBody>
        </p:sp>
      </p:grpSp>
      <p:grpSp>
        <p:nvGrpSpPr>
          <p:cNvPr id="303" name="Rectangle 131"/>
          <p:cNvGrpSpPr/>
          <p:nvPr/>
        </p:nvGrpSpPr>
        <p:grpSpPr>
          <a:xfrm>
            <a:off x="9957610" y="778740"/>
            <a:ext cx="1582677" cy="307337"/>
            <a:chOff x="0" y="0"/>
            <a:chExt cx="1582676" cy="307335"/>
          </a:xfrm>
        </p:grpSpPr>
        <p:sp>
          <p:nvSpPr>
            <p:cNvPr id="301" name="Rectangle"/>
            <p:cNvSpPr/>
            <p:nvPr/>
          </p:nvSpPr>
          <p:spPr>
            <a:xfrm>
              <a:off x="0" y="6297"/>
              <a:ext cx="1582677" cy="294749"/>
            </a:xfrm>
            <a:prstGeom prst="rect">
              <a:avLst/>
            </a:prstGeom>
            <a:solidFill>
              <a:srgbClr val="FFFFFF"/>
            </a:solidFill>
            <a:ln w="12700" cap="flat">
              <a:noFill/>
              <a:miter lim="400000"/>
            </a:ln>
            <a:effectLst/>
          </p:spPr>
          <p:txBody>
            <a:bodyPr wrap="square" lIns="45718" tIns="45718" rIns="45718" bIns="45718" numCol="1" anchor="ctr">
              <a:noAutofit/>
            </a:bodyPr>
            <a:lstStyle/>
            <a:p>
              <a:pPr algn="ctr">
                <a:defRPr>
                  <a:solidFill>
                    <a:srgbClr val="051243"/>
                  </a:solidFill>
                  <a:latin typeface="Arial"/>
                  <a:ea typeface="Arial"/>
                  <a:cs typeface="Arial"/>
                  <a:sym typeface="Arial"/>
                </a:defRPr>
              </a:pPr>
              <a:endParaRPr/>
            </a:p>
          </p:txBody>
        </p:sp>
        <p:sp>
          <p:nvSpPr>
            <p:cNvPr id="302" name="Certifications"/>
            <p:cNvSpPr txBox="1"/>
            <p:nvPr/>
          </p:nvSpPr>
          <p:spPr>
            <a:xfrm>
              <a:off x="45719" y="0"/>
              <a:ext cx="1491238" cy="30733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lvl1pPr algn="ctr">
                <a:defRPr sz="1400" b="1">
                  <a:solidFill>
                    <a:srgbClr val="051243"/>
                  </a:solidFill>
                  <a:latin typeface="IBM Plex Sans"/>
                  <a:ea typeface="IBM Plex Sans"/>
                  <a:cs typeface="IBM Plex Sans"/>
                  <a:sym typeface="IBM Plex Sans"/>
                </a:defRPr>
              </a:lvl1pPr>
            </a:lstStyle>
            <a:p>
              <a:r>
                <a:t>Certifications</a:t>
              </a:r>
            </a:p>
          </p:txBody>
        </p:sp>
      </p:grpSp>
      <p:sp>
        <p:nvSpPr>
          <p:cNvPr id="304" name="Rectangle 140"/>
          <p:cNvSpPr/>
          <p:nvPr/>
        </p:nvSpPr>
        <p:spPr>
          <a:xfrm>
            <a:off x="2003977" y="5191278"/>
            <a:ext cx="7334675" cy="1483599"/>
          </a:xfrm>
          <a:prstGeom prst="rect">
            <a:avLst/>
          </a:prstGeom>
          <a:solidFill>
            <a:srgbClr val="FFFFFF"/>
          </a:solidFill>
          <a:ln w="6350">
            <a:solidFill>
              <a:srgbClr val="FF462C"/>
            </a:solidFill>
            <a:miter/>
          </a:ln>
        </p:spPr>
        <p:txBody>
          <a:bodyPr lIns="45718" tIns="45718" rIns="45718" bIns="45718" anchor="ctr"/>
          <a:lstStyle/>
          <a:p>
            <a:pPr algn="ctr">
              <a:defRPr sz="1600">
                <a:solidFill>
                  <a:srgbClr val="FFFFFF"/>
                </a:solidFill>
                <a:latin typeface="+mn-lt"/>
                <a:ea typeface="+mn-ea"/>
                <a:cs typeface="+mn-cs"/>
                <a:sym typeface="Calibri"/>
              </a:defRPr>
            </a:pPr>
            <a:endParaRPr/>
          </a:p>
        </p:txBody>
      </p:sp>
      <p:sp>
        <p:nvSpPr>
          <p:cNvPr id="305" name="Rectangle 141"/>
          <p:cNvSpPr txBox="1"/>
          <p:nvPr/>
        </p:nvSpPr>
        <p:spPr>
          <a:xfrm>
            <a:off x="5716008" y="2716347"/>
            <a:ext cx="3467192" cy="235448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8" tIns="45718" rIns="45718" bIns="45718" anchor="t">
            <a:spAutoFit/>
          </a:bodyPr>
          <a:lstStyle/>
          <a:p>
            <a:pPr marL="171450" indent="-171450" defTabSz="457200">
              <a:buFont typeface="Arial"/>
              <a:buChar char="•"/>
              <a:defRPr sz="900">
                <a:latin typeface="IBM Plex Sans"/>
                <a:ea typeface="IBM Plex Sans"/>
                <a:cs typeface="IBM Plex Sans"/>
                <a:sym typeface="IBM Plex Sans"/>
              </a:defRPr>
            </a:pPr>
            <a:r>
              <a:rPr lang="en-US" dirty="0"/>
              <a:t>Expertise in advising, designing, and implementing Infrastructure as Code (</a:t>
            </a:r>
            <a:r>
              <a:rPr lang="en-US" dirty="0" err="1"/>
              <a:t>IaC</a:t>
            </a:r>
            <a:r>
              <a:rPr lang="en-US" dirty="0"/>
              <a:t>) solutions — leveraging </a:t>
            </a:r>
            <a:r>
              <a:rPr lang="en-US" b="1" dirty="0"/>
              <a:t>Terraform</a:t>
            </a:r>
            <a:r>
              <a:rPr lang="en-US" dirty="0"/>
              <a:t>, </a:t>
            </a:r>
            <a:r>
              <a:rPr lang="en-US" b="1" dirty="0"/>
              <a:t>Ansible </a:t>
            </a:r>
            <a:r>
              <a:rPr lang="en-US" dirty="0"/>
              <a:t>to automate and modernize complex IT environments.</a:t>
            </a:r>
          </a:p>
          <a:p>
            <a:pPr marL="171450" indent="-171450" defTabSz="457200">
              <a:buSzPct val="100000"/>
              <a:buFont typeface="Arial"/>
              <a:buChar char="•"/>
              <a:defRPr sz="900">
                <a:latin typeface="IBM Plex Sans"/>
                <a:ea typeface="IBM Plex Sans"/>
                <a:cs typeface="IBM Plex Sans"/>
                <a:sym typeface="IBM Plex Sans"/>
              </a:defRPr>
            </a:pPr>
            <a:r>
              <a:t>Skilled in developing scalable applications with </a:t>
            </a:r>
            <a:r>
              <a:rPr b="1"/>
              <a:t>Java/J2EE</a:t>
            </a:r>
            <a:r>
              <a:t>, </a:t>
            </a:r>
            <a:r>
              <a:rPr b="1"/>
              <a:t>Spring Boot</a:t>
            </a:r>
            <a:r>
              <a:t>, </a:t>
            </a:r>
            <a:r>
              <a:rPr lang="en-GB" b="1"/>
              <a:t>Python </a:t>
            </a:r>
            <a:r>
              <a:rPr lang="en-GB"/>
              <a:t>and</a:t>
            </a:r>
            <a:r>
              <a:t> microservices architecture</a:t>
            </a:r>
            <a:r>
              <a:rPr sz="1200">
                <a:latin typeface="+mj-lt"/>
                <a:ea typeface="+mj-ea"/>
                <a:cs typeface="+mj-cs"/>
                <a:sym typeface="Helvetica"/>
              </a:rPr>
              <a:t>.</a:t>
            </a:r>
            <a:endParaRPr sz="1200"/>
          </a:p>
          <a:p>
            <a:pPr marL="171450" indent="-171450" defTabSz="457200">
              <a:buSzPct val="100000"/>
              <a:buFont typeface="Arial"/>
              <a:buChar char="•"/>
              <a:defRPr sz="900"/>
            </a:pPr>
            <a:r>
              <a:t>Strong experience with </a:t>
            </a:r>
            <a:r>
              <a:rPr b="1"/>
              <a:t>Ansible</a:t>
            </a:r>
            <a:r>
              <a:t> and </a:t>
            </a:r>
            <a:r>
              <a:rPr b="1"/>
              <a:t>Ansible Tower</a:t>
            </a:r>
            <a:r>
              <a:t> for automation, orchestration, and deployment.</a:t>
            </a:r>
          </a:p>
          <a:p>
            <a:pPr marL="171450" indent="-171450" defTabSz="457200">
              <a:buSzPct val="100000"/>
              <a:buFont typeface="Arial"/>
              <a:buChar char="•"/>
              <a:defRPr sz="900"/>
            </a:pPr>
            <a:r>
              <a:rPr dirty="0"/>
              <a:t>Proficient in front-end technologies </a:t>
            </a:r>
            <a:r>
              <a:rPr b="1" dirty="0"/>
              <a:t>ReactJS</a:t>
            </a:r>
            <a:r>
              <a:rPr dirty="0"/>
              <a:t> and </a:t>
            </a:r>
            <a:r>
              <a:rPr b="1" dirty="0" err="1"/>
              <a:t>EmberJS</a:t>
            </a:r>
            <a:r>
              <a:rPr dirty="0"/>
              <a:t>, and backend solutions with </a:t>
            </a:r>
            <a:r>
              <a:rPr b="1" dirty="0"/>
              <a:t>Hibernate</a:t>
            </a:r>
            <a:r>
              <a:rPr dirty="0"/>
              <a:t>.</a:t>
            </a:r>
          </a:p>
          <a:p>
            <a:pPr marL="171450" indent="-171450" defTabSz="457200">
              <a:buSzPct val="100000"/>
              <a:buFont typeface="Arial"/>
              <a:buChar char="•"/>
              <a:defRPr sz="900"/>
            </a:pPr>
            <a:r>
              <a:t>Experience with </a:t>
            </a:r>
            <a:r>
              <a:rPr b="1"/>
              <a:t>Jenkins</a:t>
            </a:r>
            <a:r>
              <a:t>, </a:t>
            </a:r>
            <a:r>
              <a:rPr b="1"/>
              <a:t>Git</a:t>
            </a:r>
            <a:r>
              <a:t>, and </a:t>
            </a:r>
            <a:r>
              <a:rPr b="1"/>
              <a:t>Slack</a:t>
            </a:r>
            <a:r>
              <a:t> to implement CI/CD pipelines and improve DevOps workflows.</a:t>
            </a:r>
          </a:p>
          <a:p>
            <a:pPr marL="171450" indent="-171450" defTabSz="457200">
              <a:buSzPct val="100000"/>
              <a:buFont typeface="Arial"/>
              <a:buChar char="•"/>
              <a:defRPr sz="900"/>
            </a:pPr>
            <a:r>
              <a:rPr dirty="0"/>
              <a:t>Hands-on expertise with containerization technologies like </a:t>
            </a:r>
            <a:r>
              <a:rPr b="1" dirty="0"/>
              <a:t>Docker</a:t>
            </a:r>
            <a:r>
              <a:rPr dirty="0"/>
              <a:t>, </a:t>
            </a:r>
            <a:r>
              <a:rPr b="1" dirty="0"/>
              <a:t>Kubernetes</a:t>
            </a:r>
            <a:r>
              <a:rPr dirty="0"/>
              <a:t>, and </a:t>
            </a:r>
            <a:r>
              <a:rPr b="1" dirty="0"/>
              <a:t>RedHat OpenShift</a:t>
            </a:r>
            <a:r>
              <a:rPr dirty="0"/>
              <a:t>.</a:t>
            </a:r>
          </a:p>
          <a:p>
            <a:pPr marL="171450" indent="-171450" defTabSz="457200">
              <a:buSzPct val="100000"/>
              <a:buFont typeface="Arial"/>
              <a:buChar char="•"/>
              <a:defRPr sz="900"/>
            </a:pPr>
            <a:r>
              <a:t>Familiar with cloud monitoring tools like </a:t>
            </a:r>
            <a:r>
              <a:rPr b="1"/>
              <a:t>Grafana</a:t>
            </a:r>
            <a:r>
              <a:t> and </a:t>
            </a:r>
            <a:r>
              <a:rPr b="1"/>
              <a:t>ELK Stack</a:t>
            </a:r>
            <a:r>
              <a:t> for performance tracking and issue resolution.</a:t>
            </a:r>
          </a:p>
        </p:txBody>
      </p:sp>
      <p:grpSp>
        <p:nvGrpSpPr>
          <p:cNvPr id="308" name="Rectangle 142"/>
          <p:cNvGrpSpPr/>
          <p:nvPr/>
        </p:nvGrpSpPr>
        <p:grpSpPr>
          <a:xfrm>
            <a:off x="4138819" y="5034434"/>
            <a:ext cx="2573383" cy="307337"/>
            <a:chOff x="0" y="0"/>
            <a:chExt cx="2573381" cy="307335"/>
          </a:xfrm>
        </p:grpSpPr>
        <p:sp>
          <p:nvSpPr>
            <p:cNvPr id="306" name="Rectangle"/>
            <p:cNvSpPr/>
            <p:nvPr/>
          </p:nvSpPr>
          <p:spPr>
            <a:xfrm>
              <a:off x="0" y="77496"/>
              <a:ext cx="2573382" cy="152350"/>
            </a:xfrm>
            <a:prstGeom prst="rect">
              <a:avLst/>
            </a:prstGeom>
            <a:solidFill>
              <a:srgbClr val="FFFFFF"/>
            </a:solidFill>
            <a:ln w="12700" cap="flat">
              <a:noFill/>
              <a:miter lim="400000"/>
            </a:ln>
            <a:effectLst/>
          </p:spPr>
          <p:txBody>
            <a:bodyPr wrap="square" lIns="45718" tIns="45718" rIns="45718" bIns="45718" numCol="1" anchor="ctr">
              <a:noAutofit/>
            </a:bodyPr>
            <a:lstStyle/>
            <a:p>
              <a:pPr algn="ctr">
                <a:defRPr>
                  <a:solidFill>
                    <a:srgbClr val="051243"/>
                  </a:solidFill>
                  <a:latin typeface="Arial"/>
                  <a:ea typeface="Arial"/>
                  <a:cs typeface="Arial"/>
                  <a:sym typeface="Arial"/>
                </a:defRPr>
              </a:pPr>
              <a:endParaRPr/>
            </a:p>
          </p:txBody>
        </p:sp>
        <p:sp>
          <p:nvSpPr>
            <p:cNvPr id="307" name="Key Projects Experiences"/>
            <p:cNvSpPr txBox="1"/>
            <p:nvPr/>
          </p:nvSpPr>
          <p:spPr>
            <a:xfrm>
              <a:off x="45719" y="0"/>
              <a:ext cx="2481943" cy="30733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lvl1pPr algn="ctr">
                <a:defRPr sz="1400" b="1">
                  <a:solidFill>
                    <a:srgbClr val="051243"/>
                  </a:solidFill>
                  <a:latin typeface="IBM Plex Sans"/>
                  <a:ea typeface="IBM Plex Sans"/>
                  <a:cs typeface="IBM Plex Sans"/>
                  <a:sym typeface="IBM Plex Sans"/>
                </a:defRPr>
              </a:lvl1pPr>
            </a:lstStyle>
            <a:p>
              <a:r>
                <a:t>Key Projects Experiences</a:t>
              </a:r>
            </a:p>
          </p:txBody>
        </p:sp>
      </p:grpSp>
      <p:sp>
        <p:nvSpPr>
          <p:cNvPr id="309" name="Rectangle 124"/>
          <p:cNvSpPr txBox="1"/>
          <p:nvPr/>
        </p:nvSpPr>
        <p:spPr>
          <a:xfrm>
            <a:off x="2099535" y="5197500"/>
            <a:ext cx="6931472" cy="147732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8" tIns="45718" rIns="45718" bIns="45718" anchor="t">
            <a:spAutoFit/>
          </a:bodyPr>
          <a:lstStyle/>
          <a:p>
            <a:pPr>
              <a:defRPr sz="900">
                <a:latin typeface="IBM Plex Sans"/>
                <a:ea typeface="IBM Plex Sans"/>
                <a:cs typeface="IBM Plex Sans"/>
                <a:sym typeface="IBM Plex Sans"/>
              </a:defRPr>
            </a:pPr>
            <a:r>
              <a:rPr lang="en-US"/>
              <a:t>Worked extensively on designing &amp; implementing  microservices for LMS and Communication System of Jain University</a:t>
            </a:r>
          </a:p>
          <a:p>
            <a:pPr>
              <a:defRPr sz="900">
                <a:latin typeface="IBM Plex Sans"/>
                <a:ea typeface="IBM Plex Sans"/>
                <a:cs typeface="IBM Plex Sans"/>
                <a:sym typeface="IBM Plex Sans"/>
              </a:defRPr>
            </a:pPr>
            <a:r>
              <a:rPr dirty="0"/>
              <a:t>Designed and Developed a United Lending Interface (ULI) platform API for </a:t>
            </a:r>
            <a:r>
              <a:rPr dirty="0" err="1"/>
              <a:t>RBiH</a:t>
            </a:r>
            <a:r>
              <a:rPr dirty="0"/>
              <a:t> using Java Spring Boot &amp; Microservice architecture.</a:t>
            </a:r>
          </a:p>
          <a:p>
            <a:pPr>
              <a:defRPr sz="900">
                <a:latin typeface="IBM Plex Sans"/>
                <a:ea typeface="IBM Plex Sans"/>
                <a:cs typeface="IBM Plex Sans"/>
                <a:sym typeface="IBM Plex Sans"/>
              </a:defRPr>
            </a:pPr>
            <a:r>
              <a:t>Created solutions to integrate vCenter alarms with ServiceNow incidents through Ansible.</a:t>
            </a:r>
          </a:p>
          <a:p>
            <a:pPr>
              <a:defRPr sz="900">
                <a:latin typeface="IBM Plex Sans"/>
                <a:ea typeface="IBM Plex Sans"/>
                <a:cs typeface="IBM Plex Sans"/>
                <a:sym typeface="IBM Plex Sans"/>
              </a:defRPr>
            </a:pPr>
            <a:r>
              <a:t>Designed a user-friendly interface to enhance user experience for the BIAL MVP project.</a:t>
            </a:r>
          </a:p>
          <a:p>
            <a:pPr>
              <a:defRPr sz="900">
                <a:latin typeface="IBM Plex Sans"/>
                <a:ea typeface="IBM Plex Sans"/>
                <a:cs typeface="IBM Plex Sans"/>
                <a:sym typeface="IBM Plex Sans"/>
              </a:defRPr>
            </a:pPr>
            <a:r>
              <a:rPr dirty="0"/>
              <a:t>Lead Solution Architect for client </a:t>
            </a:r>
            <a:r>
              <a:rPr dirty="0" err="1"/>
              <a:t>eGovernance</a:t>
            </a:r>
            <a:r>
              <a:rPr dirty="0"/>
              <a:t> (Karnataka).</a:t>
            </a:r>
          </a:p>
          <a:p>
            <a:pPr>
              <a:defRPr sz="900">
                <a:latin typeface="IBM Plex Sans"/>
                <a:ea typeface="IBM Plex Sans"/>
                <a:cs typeface="IBM Plex Sans"/>
                <a:sym typeface="IBM Plex Sans"/>
              </a:defRPr>
            </a:pPr>
            <a:r>
              <a:rPr dirty="0"/>
              <a:t>Established automation to convert Lenovo </a:t>
            </a:r>
            <a:r>
              <a:rPr dirty="0" err="1"/>
              <a:t>XClarity</a:t>
            </a:r>
            <a:r>
              <a:rPr dirty="0"/>
              <a:t> alerts into ServiceNow incidents using Ansible playbooks.</a:t>
            </a:r>
          </a:p>
          <a:p>
            <a:pPr>
              <a:defRPr sz="900">
                <a:latin typeface="IBM Plex Sans"/>
                <a:ea typeface="IBM Plex Sans"/>
                <a:cs typeface="IBM Plex Sans"/>
                <a:sym typeface="IBM Plex Sans"/>
              </a:defRPr>
            </a:pPr>
            <a:r>
              <a:rPr dirty="0"/>
              <a:t>Automated server decommissioning across various infrastructures with rollback mechanisms</a:t>
            </a:r>
            <a:r>
              <a:rPr lang="en-US" dirty="0"/>
              <a:t> through </a:t>
            </a:r>
            <a:r>
              <a:rPr lang="en-US" err="1"/>
              <a:t>Ansibl</a:t>
            </a:r>
            <a:r>
              <a:rPr lang="en-US" dirty="0"/>
              <a:t>e pla</a:t>
            </a:r>
            <a:r>
              <a:rPr lang="en-US"/>
              <a:t>ybooks.</a:t>
            </a:r>
            <a:endParaRPr/>
          </a:p>
          <a:p>
            <a:pPr>
              <a:defRPr sz="900">
                <a:latin typeface="IBM Plex Sans"/>
                <a:ea typeface="IBM Plex Sans"/>
                <a:cs typeface="IBM Plex Sans"/>
                <a:sym typeface="IBM Plex Sans"/>
              </a:defRPr>
            </a:pPr>
            <a:r>
              <a:t>Developed new features and containerized the framework, implementing DevOps pipelines for cloud solutions.</a:t>
            </a:r>
          </a:p>
          <a:p>
            <a:pPr>
              <a:defRPr sz="900">
                <a:latin typeface="IBM Plex Sans"/>
                <a:ea typeface="IBM Plex Sans"/>
                <a:cs typeface="IBM Plex Sans"/>
                <a:sym typeface="IBM Plex Sans"/>
              </a:defRPr>
            </a:pPr>
            <a:r>
              <a:t>Led development efforts for the NETGEO application using Google Maps API.</a:t>
            </a:r>
          </a:p>
          <a:p>
            <a:pPr>
              <a:defRPr sz="900">
                <a:latin typeface="IBM Plex Sans"/>
                <a:ea typeface="IBM Plex Sans"/>
                <a:cs typeface="IBM Plex Sans"/>
                <a:sym typeface="IBM Plex Sans"/>
              </a:defRPr>
            </a:pPr>
            <a:r>
              <a:t>Enhanced BNSF desktop applications and conducted data analytics on authoritative sources.</a:t>
            </a:r>
          </a:p>
        </p:txBody>
      </p:sp>
      <p:sp>
        <p:nvSpPr>
          <p:cNvPr id="310" name="Rectangle 145"/>
          <p:cNvSpPr txBox="1"/>
          <p:nvPr/>
        </p:nvSpPr>
        <p:spPr>
          <a:xfrm>
            <a:off x="116502" y="2569510"/>
            <a:ext cx="1868380" cy="274433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8" tIns="45718" rIns="45718" bIns="45718" anchor="t">
            <a:spAutoFit/>
          </a:bodyPr>
          <a:lstStyle/>
          <a:p>
            <a:pPr algn="ctr">
              <a:spcBef>
                <a:spcPts val="400"/>
              </a:spcBef>
              <a:defRPr sz="1600" b="1">
                <a:latin typeface="IBM Plex Sans"/>
                <a:ea typeface="IBM Plex Sans"/>
                <a:cs typeface="IBM Plex Sans"/>
                <a:sym typeface="IBM Plex Sans"/>
              </a:defRPr>
            </a:pPr>
            <a:r>
              <a:t>Shruti Modi</a:t>
            </a:r>
            <a:endParaRPr sz="1100">
              <a:solidFill>
                <a:srgbClr val="136EFF"/>
              </a:solidFill>
            </a:endParaRPr>
          </a:p>
          <a:p>
            <a:pPr algn="ctr">
              <a:spcBef>
                <a:spcPts val="400"/>
              </a:spcBef>
              <a:defRPr sz="1100" b="1">
                <a:solidFill>
                  <a:srgbClr val="136EFF"/>
                </a:solidFill>
                <a:latin typeface="IBM Plex Sans"/>
                <a:ea typeface="IBM Plex Sans"/>
                <a:cs typeface="IBM Plex Sans"/>
                <a:sym typeface="IBM Plex Sans"/>
              </a:defRPr>
            </a:pPr>
            <a:r>
              <a:t>Senior Lead, Software Development - Application</a:t>
            </a:r>
          </a:p>
          <a:p>
            <a:pPr algn="ctr">
              <a:spcBef>
                <a:spcPts val="400"/>
              </a:spcBef>
              <a:defRPr sz="1100" b="1">
                <a:solidFill>
                  <a:srgbClr val="136EFF"/>
                </a:solidFill>
                <a:latin typeface="IBM Plex Sans"/>
                <a:ea typeface="IBM Plex Sans"/>
                <a:cs typeface="IBM Plex Sans"/>
                <a:sym typeface="IBM Plex Sans"/>
              </a:defRPr>
            </a:pPr>
            <a:r>
              <a:rPr dirty="0"/>
              <a:t>Based in Bangalore India</a:t>
            </a:r>
          </a:p>
          <a:p>
            <a:pPr algn="ctr">
              <a:spcBef>
                <a:spcPts val="400"/>
              </a:spcBef>
              <a:defRPr sz="1100">
                <a:latin typeface="IBM Plex Sans"/>
                <a:ea typeface="IBM Plex Sans"/>
                <a:cs typeface="IBM Plex Sans"/>
                <a:sym typeface="IBM Plex Sans"/>
              </a:defRPr>
            </a:pPr>
            <a:endParaRPr/>
          </a:p>
          <a:p>
            <a:pPr algn="ctr">
              <a:defRPr sz="1100" i="1">
                <a:latin typeface="IBM Plex Sans"/>
                <a:ea typeface="IBM Plex Sans"/>
                <a:cs typeface="IBM Plex Sans"/>
                <a:sym typeface="IBM Plex Sans"/>
              </a:defRPr>
            </a:pPr>
            <a:r>
              <a:rPr lang="en-US" dirty="0">
                <a:latin typeface="Helvetica"/>
                <a:cs typeface="Helvetica"/>
              </a:rPr>
              <a:t>Overall</a:t>
            </a:r>
            <a:r>
              <a:rPr lang="en-US">
                <a:latin typeface="Helvetica"/>
                <a:cs typeface="Helvetica"/>
              </a:rPr>
              <a:t> 16 years of </a:t>
            </a:r>
            <a:r>
              <a:rPr lang="en-US" dirty="0">
                <a:latin typeface="Helvetica"/>
                <a:cs typeface="Helvetica"/>
              </a:rPr>
              <a:t>experience in leading digital transformation and hybrid cloud </a:t>
            </a:r>
            <a:r>
              <a:rPr lang="en-US" dirty="0" err="1">
                <a:latin typeface="Helvetica"/>
                <a:cs typeface="Helvetica"/>
              </a:rPr>
              <a:t>modernisation</a:t>
            </a:r>
            <a:r>
              <a:rPr lang="en-US" dirty="0">
                <a:latin typeface="Helvetica"/>
                <a:cs typeface="Helvetica"/>
              </a:rPr>
              <a:t> through Infrastructure as Code (</a:t>
            </a:r>
            <a:r>
              <a:rPr lang="en-US" dirty="0" err="1">
                <a:latin typeface="Helvetica"/>
                <a:cs typeface="Helvetica"/>
              </a:rPr>
              <a:t>IaC</a:t>
            </a:r>
            <a:r>
              <a:rPr lang="en-US" dirty="0">
                <a:latin typeface="Helvetica"/>
                <a:cs typeface="Helvetica"/>
              </a:rPr>
              <a:t>), automation, and enabling technologies in Application and DevOps</a:t>
            </a:r>
            <a:r>
              <a:rPr dirty="0"/>
              <a:t>. </a:t>
            </a:r>
            <a:endParaRPr spc="-1" dirty="0"/>
          </a:p>
          <a:p>
            <a:pPr algn="ctr">
              <a:spcBef>
                <a:spcPts val="400"/>
              </a:spcBef>
              <a:defRPr sz="1100" b="1" i="1" spc="-1">
                <a:solidFill>
                  <a:schemeClr val="accent2"/>
                </a:solidFill>
                <a:latin typeface="IBM Plex Sans"/>
                <a:ea typeface="IBM Plex Sans"/>
                <a:cs typeface="IBM Plex Sans"/>
                <a:sym typeface="IBM Plex Sans"/>
              </a:defRPr>
            </a:pPr>
            <a:r>
              <a:t>s</a:t>
            </a:r>
            <a:r>
              <a:rPr i="0" spc="0">
                <a:latin typeface="Arial"/>
                <a:ea typeface="Arial"/>
                <a:cs typeface="Arial"/>
                <a:sym typeface="Arial"/>
              </a:rPr>
              <a:t>hruti.modi@kyndryl.com</a:t>
            </a:r>
          </a:p>
        </p:txBody>
      </p:sp>
      <p:sp>
        <p:nvSpPr>
          <p:cNvPr id="311" name="Rectangle 55"/>
          <p:cNvSpPr txBox="1"/>
          <p:nvPr/>
        </p:nvSpPr>
        <p:spPr>
          <a:xfrm>
            <a:off x="9616747" y="1018588"/>
            <a:ext cx="2329074" cy="75183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8" tIns="45718" rIns="45718" bIns="45718">
            <a:spAutoFit/>
          </a:bodyPr>
          <a:lstStyle/>
          <a:p>
            <a:pPr marL="171450" indent="-171450">
              <a:spcBef>
                <a:spcPts val="400"/>
              </a:spcBef>
              <a:buSzPct val="100000"/>
              <a:buFont typeface="Arial"/>
              <a:buChar char="•"/>
              <a:defRPr sz="1000">
                <a:latin typeface="IBM Plex Sans"/>
                <a:ea typeface="IBM Plex Sans"/>
                <a:cs typeface="IBM Plex Sans"/>
                <a:sym typeface="IBM Plex Sans"/>
              </a:defRPr>
            </a:pPr>
            <a:r>
              <a:t>AZ900 - Microsoft Azure Fundamentals Certification</a:t>
            </a:r>
          </a:p>
          <a:p>
            <a:pPr marL="171450" indent="-171450">
              <a:spcBef>
                <a:spcPts val="400"/>
              </a:spcBef>
              <a:buSzPct val="100000"/>
              <a:buFont typeface="Arial"/>
              <a:buChar char="•"/>
              <a:defRPr sz="1000">
                <a:latin typeface="IBM Plex Sans"/>
                <a:ea typeface="IBM Plex Sans"/>
                <a:cs typeface="IBM Plex Sans"/>
                <a:sym typeface="IBM Plex Sans"/>
              </a:defRPr>
            </a:pPr>
            <a:r>
              <a:t>Advanced Automation (D0477) - Red Hat Ansible Best Practices</a:t>
            </a:r>
          </a:p>
        </p:txBody>
      </p:sp>
      <p:grpSp>
        <p:nvGrpSpPr>
          <p:cNvPr id="314" name="Rectangle 42"/>
          <p:cNvGrpSpPr/>
          <p:nvPr/>
        </p:nvGrpSpPr>
        <p:grpSpPr>
          <a:xfrm>
            <a:off x="10247620" y="1975867"/>
            <a:ext cx="934032" cy="307337"/>
            <a:chOff x="0" y="0"/>
            <a:chExt cx="934030" cy="307335"/>
          </a:xfrm>
        </p:grpSpPr>
        <p:sp>
          <p:nvSpPr>
            <p:cNvPr id="312" name="Rectangle"/>
            <p:cNvSpPr/>
            <p:nvPr/>
          </p:nvSpPr>
          <p:spPr>
            <a:xfrm>
              <a:off x="-1" y="54344"/>
              <a:ext cx="934032" cy="198654"/>
            </a:xfrm>
            <a:prstGeom prst="rect">
              <a:avLst/>
            </a:prstGeom>
            <a:solidFill>
              <a:srgbClr val="FFFFFF"/>
            </a:solidFill>
            <a:ln w="12700" cap="flat">
              <a:noFill/>
              <a:miter lim="400000"/>
            </a:ln>
            <a:effectLst/>
          </p:spPr>
          <p:txBody>
            <a:bodyPr wrap="square" lIns="45718" tIns="45718" rIns="45718" bIns="45718" numCol="1" anchor="ctr">
              <a:noAutofit/>
            </a:bodyPr>
            <a:lstStyle/>
            <a:p>
              <a:pPr algn="ctr">
                <a:defRPr>
                  <a:solidFill>
                    <a:srgbClr val="051243"/>
                  </a:solidFill>
                  <a:latin typeface="Arial"/>
                  <a:ea typeface="Arial"/>
                  <a:cs typeface="Arial"/>
                  <a:sym typeface="Arial"/>
                </a:defRPr>
              </a:pPr>
              <a:endParaRPr/>
            </a:p>
          </p:txBody>
        </p:sp>
        <p:sp>
          <p:nvSpPr>
            <p:cNvPr id="313" name="Awards"/>
            <p:cNvSpPr txBox="1"/>
            <p:nvPr/>
          </p:nvSpPr>
          <p:spPr>
            <a:xfrm>
              <a:off x="45719" y="0"/>
              <a:ext cx="842592" cy="30733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5718" tIns="45718" rIns="45718" bIns="45718" numCol="1" anchor="ctr">
              <a:spAutoFit/>
            </a:bodyPr>
            <a:lstStyle>
              <a:lvl1pPr algn="ctr">
                <a:defRPr sz="1400" b="1">
                  <a:solidFill>
                    <a:srgbClr val="051243"/>
                  </a:solidFill>
                  <a:latin typeface="IBM Plex Sans"/>
                  <a:ea typeface="IBM Plex Sans"/>
                  <a:cs typeface="IBM Plex Sans"/>
                  <a:sym typeface="IBM Plex Sans"/>
                </a:defRPr>
              </a:lvl1pPr>
            </a:lstStyle>
            <a:p>
              <a:r>
                <a:t>Awards</a:t>
              </a:r>
            </a:p>
          </p:txBody>
        </p:sp>
      </p:grpSp>
      <p:pic>
        <p:nvPicPr>
          <p:cNvPr id="315" name="Picture 56" descr="Picture 56"/>
          <p:cNvPicPr>
            <a:picLocks noChangeAspect="1"/>
          </p:cNvPicPr>
          <p:nvPr/>
        </p:nvPicPr>
        <p:blipFill>
          <a:blip r:embed="rId2"/>
          <a:stretch>
            <a:fillRect/>
          </a:stretch>
        </p:blipFill>
        <p:spPr>
          <a:xfrm>
            <a:off x="369867" y="38899"/>
            <a:ext cx="1606476" cy="640084"/>
          </a:xfrm>
          <a:prstGeom prst="rect">
            <a:avLst/>
          </a:prstGeom>
          <a:ln w="12700">
            <a:miter lim="400000"/>
          </a:ln>
        </p:spPr>
      </p:pic>
      <p:pic>
        <p:nvPicPr>
          <p:cNvPr id="316" name="ShrutiModi.jpg" descr="ShrutiModi.jpg"/>
          <p:cNvPicPr>
            <a:picLocks noChangeAspect="1"/>
          </p:cNvPicPr>
          <p:nvPr/>
        </p:nvPicPr>
        <p:blipFill>
          <a:blip r:embed="rId3"/>
          <a:stretch>
            <a:fillRect/>
          </a:stretch>
        </p:blipFill>
        <p:spPr>
          <a:xfrm>
            <a:off x="290825" y="689639"/>
            <a:ext cx="1219492" cy="1745081"/>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4_Light Background">
  <a:themeElements>
    <a:clrScheme name="4_Light Background">
      <a:dk1>
        <a:srgbClr val="000000"/>
      </a:dk1>
      <a:lt1>
        <a:srgbClr val="FFFFFF"/>
      </a:lt1>
      <a:dk2>
        <a:srgbClr val="A7A7A7"/>
      </a:dk2>
      <a:lt2>
        <a:srgbClr val="535353"/>
      </a:lt2>
      <a:accent1>
        <a:srgbClr val="6EA6FF"/>
      </a:accent1>
      <a:accent2>
        <a:srgbClr val="0F6DFF"/>
      </a:accent2>
      <a:accent3>
        <a:srgbClr val="0530AD"/>
      </a:accent3>
      <a:accent4>
        <a:srgbClr val="00BAB6"/>
      </a:accent4>
      <a:accent5>
        <a:srgbClr val="924CFC"/>
      </a:accent5>
      <a:accent6>
        <a:srgbClr val="D7306D"/>
      </a:accent6>
      <a:hlink>
        <a:srgbClr val="0000FF"/>
      </a:hlink>
      <a:folHlink>
        <a:srgbClr val="FF00FF"/>
      </a:folHlink>
    </a:clrScheme>
    <a:fontScheme name="4_Light Background">
      <a:majorFont>
        <a:latin typeface="Helvetica"/>
        <a:ea typeface="Helvetica"/>
        <a:cs typeface="Helvetica"/>
      </a:majorFont>
      <a:minorFont>
        <a:latin typeface="Calibri"/>
        <a:ea typeface="Calibri"/>
        <a:cs typeface="Calibri"/>
      </a:minorFont>
    </a:fontScheme>
    <a:fmtScheme name="4_Light Backgroun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4_Light Background">
  <a:themeElements>
    <a:clrScheme name="4_Light Background">
      <a:dk1>
        <a:srgbClr val="000000"/>
      </a:dk1>
      <a:lt1>
        <a:srgbClr val="FFFFFF"/>
      </a:lt1>
      <a:dk2>
        <a:srgbClr val="A7A7A7"/>
      </a:dk2>
      <a:lt2>
        <a:srgbClr val="535353"/>
      </a:lt2>
      <a:accent1>
        <a:srgbClr val="6EA6FF"/>
      </a:accent1>
      <a:accent2>
        <a:srgbClr val="0F6DFF"/>
      </a:accent2>
      <a:accent3>
        <a:srgbClr val="0530AD"/>
      </a:accent3>
      <a:accent4>
        <a:srgbClr val="00BAB6"/>
      </a:accent4>
      <a:accent5>
        <a:srgbClr val="924CFC"/>
      </a:accent5>
      <a:accent6>
        <a:srgbClr val="D7306D"/>
      </a:accent6>
      <a:hlink>
        <a:srgbClr val="0000FF"/>
      </a:hlink>
      <a:folHlink>
        <a:srgbClr val="FF00FF"/>
      </a:folHlink>
    </a:clrScheme>
    <a:fontScheme name="4_Light Background">
      <a:majorFont>
        <a:latin typeface="Helvetica"/>
        <a:ea typeface="Helvetica"/>
        <a:cs typeface="Helvetica"/>
      </a:majorFont>
      <a:minorFont>
        <a:latin typeface="Calibri"/>
        <a:ea typeface="Calibri"/>
        <a:cs typeface="Calibri"/>
      </a:minorFont>
    </a:fontScheme>
    <a:fmtScheme name="4_Light Backgroun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4_Light Background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13</cp:revision>
  <dcterms:modified xsi:type="dcterms:W3CDTF">2026-04-29T04:58:23Z</dcterms:modified>
</cp:coreProperties>
</file>