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DCE6F2"/>
                </a:solidFill>
                <a:latin typeface="Calibri"/>
              </a:rPr>
              <a:t>Document ID: BRD-K3-CVC-GVF-001     ·     Version 2     ·     Status: Draft     ·     Last updated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123224"/>
              </p:ext>
            </p:extLst>
          </p:nvPr>
        </p:nvGraphicFramePr>
        <p:xfrm>
          <a:off x="457200" y="1609344"/>
          <a:ext cx="1072591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6908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38274"/>
              </p:ext>
            </p:extLst>
          </p:nvPr>
        </p:nvGraphicFramePr>
        <p:xfrm>
          <a:off x="457200" y="4526280"/>
          <a:ext cx="107259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Key Notifications &amp; Amendments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949559"/>
              </p:ext>
            </p:extLst>
          </p:nvPr>
        </p:nvGraphicFramePr>
        <p:xfrm>
          <a:off x="457198" y="1609344"/>
          <a:ext cx="1095948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Date / No.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2A37"/>
                          </a:solidFill>
                          <a:latin typeface="Calibri"/>
                        </a:rPr>
                        <a:t>Act 8 of 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alibri"/>
                        </a:rPr>
                        <a:t>w.e.f. 1-4-2003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alibri"/>
                        </a:rPr>
                        <a:t>Substituted / strengthened Sec. 45-B CVC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A37"/>
                          </a:solidFill>
                          <a:latin typeface="Calibri"/>
                        </a:rPr>
                        <a:t>CVC / IGR order &amp; DIGR notification (operational)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alibri"/>
                        </a:rPr>
                        <a:t>Per revision cycle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Triggers General Revision; DIGR issues notification for fixing guidance value; CVC gazette fixes effective date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2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2114</Words>
  <Application>Microsoft Office PowerPoint</Application>
  <PresentationFormat>Widescreen</PresentationFormat>
  <Paragraphs>330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15</cp:revision>
  <dcterms:created xsi:type="dcterms:W3CDTF">2013-01-27T09:14:16Z</dcterms:created>
  <dcterms:modified xsi:type="dcterms:W3CDTF">2026-09-19T06:52:16Z</dcterms:modified>
  <cp:category/>
</cp:coreProperties>
</file>